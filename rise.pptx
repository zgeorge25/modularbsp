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270" y="108"/>
      </p:cViewPr>
      <p:guideLst/>
    </p:cSldViewPr>
  </p:slideViewPr>
  <p:notesTextViewPr>
    <p:cViewPr>
      <p:scale>
        <a:sx n="3" d="2"/>
        <a:sy n="3" d="2"/>
      </p:scale>
      <p:origin x="-6" y="-1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098D202-9EAF-453C-BF7D-A045FD2F365A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5786077-2F9D-4039-B37B-42D80331F8F9}">
      <dgm:prSet/>
      <dgm:spPr/>
      <dgm:t>
        <a:bodyPr/>
        <a:lstStyle/>
        <a:p>
          <a:r>
            <a:rPr lang="en-US" b="1"/>
            <a:t>Contextul Proiectului</a:t>
          </a:r>
          <a:endParaRPr lang="en-US"/>
        </a:p>
      </dgm:t>
    </dgm:pt>
    <dgm:pt modelId="{D05C6F0E-B01E-4FBE-967C-B0B0AAFD2181}" type="parTrans" cxnId="{ECC0305D-93E7-4432-A18D-6DE1DB980987}">
      <dgm:prSet/>
      <dgm:spPr/>
      <dgm:t>
        <a:bodyPr/>
        <a:lstStyle/>
        <a:p>
          <a:endParaRPr lang="en-US"/>
        </a:p>
      </dgm:t>
    </dgm:pt>
    <dgm:pt modelId="{60921F45-F0D7-4544-B3F0-207740D3EE4B}" type="sibTrans" cxnId="{ECC0305D-93E7-4432-A18D-6DE1DB980987}">
      <dgm:prSet/>
      <dgm:spPr/>
      <dgm:t>
        <a:bodyPr/>
        <a:lstStyle/>
        <a:p>
          <a:endParaRPr lang="en-US"/>
        </a:p>
      </dgm:t>
    </dgm:pt>
    <dgm:pt modelId="{B2D80752-8C7A-4597-A945-4A107E89B5F2}">
      <dgm:prSet/>
      <dgm:spPr/>
      <dgm:t>
        <a:bodyPr/>
        <a:lstStyle/>
        <a:p>
          <a:r>
            <a:rPr lang="en-US" b="1" dirty="0" err="1"/>
            <a:t>Obiective</a:t>
          </a:r>
          <a:r>
            <a:rPr lang="en-US" b="1" dirty="0"/>
            <a:t> </a:t>
          </a:r>
          <a:r>
            <a:rPr lang="en-US" b="1" dirty="0" err="1"/>
            <a:t>Tehnice</a:t>
          </a:r>
          <a:endParaRPr lang="en-US" dirty="0"/>
        </a:p>
      </dgm:t>
    </dgm:pt>
    <dgm:pt modelId="{A6E79E95-917F-4015-99C1-EC5FEFABFDE7}" type="parTrans" cxnId="{C1F577CB-ECA7-413E-BCFC-AEC60016751E}">
      <dgm:prSet/>
      <dgm:spPr/>
      <dgm:t>
        <a:bodyPr/>
        <a:lstStyle/>
        <a:p>
          <a:endParaRPr lang="en-US"/>
        </a:p>
      </dgm:t>
    </dgm:pt>
    <dgm:pt modelId="{12403DF9-C835-4932-84F6-FC0C9CF54760}" type="sibTrans" cxnId="{C1F577CB-ECA7-413E-BCFC-AEC60016751E}">
      <dgm:prSet/>
      <dgm:spPr/>
      <dgm:t>
        <a:bodyPr/>
        <a:lstStyle/>
        <a:p>
          <a:endParaRPr lang="en-US"/>
        </a:p>
      </dgm:t>
    </dgm:pt>
    <dgm:pt modelId="{4CC83C83-A483-48B6-9B1D-E844D5FF7C50}">
      <dgm:prSet/>
      <dgm:spPr/>
      <dgm:t>
        <a:bodyPr/>
        <a:lstStyle/>
        <a:p>
          <a:r>
            <a:rPr lang="en-US" b="1"/>
            <a:t>Arhitectura Software</a:t>
          </a:r>
          <a:endParaRPr lang="en-US"/>
        </a:p>
      </dgm:t>
    </dgm:pt>
    <dgm:pt modelId="{3CB3099D-5A0D-4414-86A5-98A32E13A367}" type="parTrans" cxnId="{BE34566F-C3BD-453E-82AF-1EA9D1ACDE0B}">
      <dgm:prSet/>
      <dgm:spPr/>
      <dgm:t>
        <a:bodyPr/>
        <a:lstStyle/>
        <a:p>
          <a:endParaRPr lang="en-US"/>
        </a:p>
      </dgm:t>
    </dgm:pt>
    <dgm:pt modelId="{D9FFEB3D-CC0B-4B8C-89F8-4DA2CB44D899}" type="sibTrans" cxnId="{BE34566F-C3BD-453E-82AF-1EA9D1ACDE0B}">
      <dgm:prSet/>
      <dgm:spPr/>
      <dgm:t>
        <a:bodyPr/>
        <a:lstStyle/>
        <a:p>
          <a:endParaRPr lang="en-US"/>
        </a:p>
      </dgm:t>
    </dgm:pt>
    <dgm:pt modelId="{F3B9488B-0810-46FF-B06F-9EEC9B857E45}">
      <dgm:prSet/>
      <dgm:spPr/>
      <dgm:t>
        <a:bodyPr/>
        <a:lstStyle/>
        <a:p>
          <a:r>
            <a:rPr lang="en-US" b="1"/>
            <a:t>Implementare MOCK</a:t>
          </a:r>
          <a:endParaRPr lang="en-US"/>
        </a:p>
      </dgm:t>
    </dgm:pt>
    <dgm:pt modelId="{C59543E6-8A75-4D13-ADFD-E3ECA2AF2989}" type="parTrans" cxnId="{4F176EC0-CFE7-4B23-BA71-C4C9294949E1}">
      <dgm:prSet/>
      <dgm:spPr/>
      <dgm:t>
        <a:bodyPr/>
        <a:lstStyle/>
        <a:p>
          <a:endParaRPr lang="en-US"/>
        </a:p>
      </dgm:t>
    </dgm:pt>
    <dgm:pt modelId="{AF72FB8E-05F5-482E-B410-FB5A20DC013C}" type="sibTrans" cxnId="{4F176EC0-CFE7-4B23-BA71-C4C9294949E1}">
      <dgm:prSet/>
      <dgm:spPr/>
      <dgm:t>
        <a:bodyPr/>
        <a:lstStyle/>
        <a:p>
          <a:endParaRPr lang="en-US"/>
        </a:p>
      </dgm:t>
    </dgm:pt>
    <dgm:pt modelId="{C09AC428-98DE-4C4C-9738-A7191D61F8DA}">
      <dgm:prSet/>
      <dgm:spPr/>
      <dgm:t>
        <a:bodyPr/>
        <a:lstStyle/>
        <a:p>
          <a:r>
            <a:rPr lang="en-US" b="1"/>
            <a:t>Implementare TARGET</a:t>
          </a:r>
          <a:endParaRPr lang="en-US"/>
        </a:p>
      </dgm:t>
    </dgm:pt>
    <dgm:pt modelId="{28511706-1E81-41B8-B19F-ECE1832640B7}" type="parTrans" cxnId="{337A9399-AD5E-4891-BC6A-A55380DE326A}">
      <dgm:prSet/>
      <dgm:spPr/>
      <dgm:t>
        <a:bodyPr/>
        <a:lstStyle/>
        <a:p>
          <a:endParaRPr lang="en-US"/>
        </a:p>
      </dgm:t>
    </dgm:pt>
    <dgm:pt modelId="{A96D51E4-3492-4533-A825-24440DAFDF7A}" type="sibTrans" cxnId="{337A9399-AD5E-4891-BC6A-A55380DE326A}">
      <dgm:prSet/>
      <dgm:spPr/>
      <dgm:t>
        <a:bodyPr/>
        <a:lstStyle/>
        <a:p>
          <a:endParaRPr lang="en-US"/>
        </a:p>
      </dgm:t>
    </dgm:pt>
    <dgm:pt modelId="{DA5E401B-974D-4ACF-B71D-D6ECB776838C}">
      <dgm:prSet/>
      <dgm:spPr/>
      <dgm:t>
        <a:bodyPr/>
        <a:lstStyle/>
        <a:p>
          <a:r>
            <a:rPr lang="en-US" b="1" dirty="0" err="1"/>
            <a:t>Provocari</a:t>
          </a:r>
          <a:r>
            <a:rPr lang="en-US" b="1" dirty="0"/>
            <a:t> </a:t>
          </a:r>
          <a:r>
            <a:rPr lang="en-US" b="1" dirty="0" err="1"/>
            <a:t>Tehnice</a:t>
          </a:r>
          <a:endParaRPr lang="en-US" dirty="0"/>
        </a:p>
      </dgm:t>
    </dgm:pt>
    <dgm:pt modelId="{21D491AC-A85F-497F-8EFE-7E258135BD21}" type="parTrans" cxnId="{5A01E503-CF44-408D-AE81-53186DF03AA0}">
      <dgm:prSet/>
      <dgm:spPr/>
      <dgm:t>
        <a:bodyPr/>
        <a:lstStyle/>
        <a:p>
          <a:endParaRPr lang="en-US"/>
        </a:p>
      </dgm:t>
    </dgm:pt>
    <dgm:pt modelId="{BC06B41B-1B2A-41D3-BA74-666345D945FC}" type="sibTrans" cxnId="{5A01E503-CF44-408D-AE81-53186DF03AA0}">
      <dgm:prSet/>
      <dgm:spPr/>
      <dgm:t>
        <a:bodyPr/>
        <a:lstStyle/>
        <a:p>
          <a:endParaRPr lang="en-US"/>
        </a:p>
      </dgm:t>
    </dgm:pt>
    <dgm:pt modelId="{9A97CDB2-68B0-445C-AED5-18693B94E4F2}" type="pres">
      <dgm:prSet presAssocID="{C098D202-9EAF-453C-BF7D-A045FD2F365A}" presName="diagram" presStyleCnt="0">
        <dgm:presLayoutVars>
          <dgm:dir/>
          <dgm:resizeHandles val="exact"/>
        </dgm:presLayoutVars>
      </dgm:prSet>
      <dgm:spPr/>
    </dgm:pt>
    <dgm:pt modelId="{9B1511BC-068B-4D4A-878F-B8AC420DD2E4}" type="pres">
      <dgm:prSet presAssocID="{65786077-2F9D-4039-B37B-42D80331F8F9}" presName="node" presStyleLbl="node1" presStyleIdx="0" presStyleCnt="6">
        <dgm:presLayoutVars>
          <dgm:bulletEnabled val="1"/>
        </dgm:presLayoutVars>
      </dgm:prSet>
      <dgm:spPr/>
    </dgm:pt>
    <dgm:pt modelId="{DD0AC5F9-25F4-45FC-97DA-3C55455204D7}" type="pres">
      <dgm:prSet presAssocID="{60921F45-F0D7-4544-B3F0-207740D3EE4B}" presName="sibTrans" presStyleCnt="0"/>
      <dgm:spPr/>
    </dgm:pt>
    <dgm:pt modelId="{B6F31382-D66B-41FD-9DAD-5819B5099E89}" type="pres">
      <dgm:prSet presAssocID="{B2D80752-8C7A-4597-A945-4A107E89B5F2}" presName="node" presStyleLbl="node1" presStyleIdx="1" presStyleCnt="6">
        <dgm:presLayoutVars>
          <dgm:bulletEnabled val="1"/>
        </dgm:presLayoutVars>
      </dgm:prSet>
      <dgm:spPr/>
    </dgm:pt>
    <dgm:pt modelId="{06B4A5F7-3892-432C-AA2B-C1A8211F016D}" type="pres">
      <dgm:prSet presAssocID="{12403DF9-C835-4932-84F6-FC0C9CF54760}" presName="sibTrans" presStyleCnt="0"/>
      <dgm:spPr/>
    </dgm:pt>
    <dgm:pt modelId="{6EA0FE8F-E9C9-4396-8520-BEC235E4598A}" type="pres">
      <dgm:prSet presAssocID="{4CC83C83-A483-48B6-9B1D-E844D5FF7C50}" presName="node" presStyleLbl="node1" presStyleIdx="2" presStyleCnt="6">
        <dgm:presLayoutVars>
          <dgm:bulletEnabled val="1"/>
        </dgm:presLayoutVars>
      </dgm:prSet>
      <dgm:spPr/>
    </dgm:pt>
    <dgm:pt modelId="{0435B596-169B-4CEE-A7EE-221D0DDD446E}" type="pres">
      <dgm:prSet presAssocID="{D9FFEB3D-CC0B-4B8C-89F8-4DA2CB44D899}" presName="sibTrans" presStyleCnt="0"/>
      <dgm:spPr/>
    </dgm:pt>
    <dgm:pt modelId="{BCC92A45-F8D0-4801-9731-EEE47A7AF389}" type="pres">
      <dgm:prSet presAssocID="{F3B9488B-0810-46FF-B06F-9EEC9B857E45}" presName="node" presStyleLbl="node1" presStyleIdx="3" presStyleCnt="6">
        <dgm:presLayoutVars>
          <dgm:bulletEnabled val="1"/>
        </dgm:presLayoutVars>
      </dgm:prSet>
      <dgm:spPr/>
    </dgm:pt>
    <dgm:pt modelId="{4A3234C1-2615-4F83-A663-2EC3C72A7E35}" type="pres">
      <dgm:prSet presAssocID="{AF72FB8E-05F5-482E-B410-FB5A20DC013C}" presName="sibTrans" presStyleCnt="0"/>
      <dgm:spPr/>
    </dgm:pt>
    <dgm:pt modelId="{FD2B3C11-1E93-4FF1-8381-B7577FE3E56B}" type="pres">
      <dgm:prSet presAssocID="{C09AC428-98DE-4C4C-9738-A7191D61F8DA}" presName="node" presStyleLbl="node1" presStyleIdx="4" presStyleCnt="6">
        <dgm:presLayoutVars>
          <dgm:bulletEnabled val="1"/>
        </dgm:presLayoutVars>
      </dgm:prSet>
      <dgm:spPr/>
    </dgm:pt>
    <dgm:pt modelId="{4EB02D33-8123-4828-B689-EA1C74580F27}" type="pres">
      <dgm:prSet presAssocID="{A96D51E4-3492-4533-A825-24440DAFDF7A}" presName="sibTrans" presStyleCnt="0"/>
      <dgm:spPr/>
    </dgm:pt>
    <dgm:pt modelId="{D97F7C94-E1D1-48BB-B6AF-267C53F9301C}" type="pres">
      <dgm:prSet presAssocID="{DA5E401B-974D-4ACF-B71D-D6ECB776838C}" presName="node" presStyleLbl="node1" presStyleIdx="5" presStyleCnt="6">
        <dgm:presLayoutVars>
          <dgm:bulletEnabled val="1"/>
        </dgm:presLayoutVars>
      </dgm:prSet>
      <dgm:spPr/>
    </dgm:pt>
  </dgm:ptLst>
  <dgm:cxnLst>
    <dgm:cxn modelId="{5A01E503-CF44-408D-AE81-53186DF03AA0}" srcId="{C098D202-9EAF-453C-BF7D-A045FD2F365A}" destId="{DA5E401B-974D-4ACF-B71D-D6ECB776838C}" srcOrd="5" destOrd="0" parTransId="{21D491AC-A85F-497F-8EFE-7E258135BD21}" sibTransId="{BC06B41B-1B2A-41D3-BA74-666345D945FC}"/>
    <dgm:cxn modelId="{0180A22F-7EE5-4B50-A8F0-C0114096AEAF}" type="presOf" srcId="{4CC83C83-A483-48B6-9B1D-E844D5FF7C50}" destId="{6EA0FE8F-E9C9-4396-8520-BEC235E4598A}" srcOrd="0" destOrd="0" presId="urn:microsoft.com/office/officeart/2005/8/layout/default"/>
    <dgm:cxn modelId="{ECC0305D-93E7-4432-A18D-6DE1DB980987}" srcId="{C098D202-9EAF-453C-BF7D-A045FD2F365A}" destId="{65786077-2F9D-4039-B37B-42D80331F8F9}" srcOrd="0" destOrd="0" parTransId="{D05C6F0E-B01E-4FBE-967C-B0B0AAFD2181}" sibTransId="{60921F45-F0D7-4544-B3F0-207740D3EE4B}"/>
    <dgm:cxn modelId="{6DBF9C68-7435-45B2-8EFC-08546400A7C9}" type="presOf" srcId="{C09AC428-98DE-4C4C-9738-A7191D61F8DA}" destId="{FD2B3C11-1E93-4FF1-8381-B7577FE3E56B}" srcOrd="0" destOrd="0" presId="urn:microsoft.com/office/officeart/2005/8/layout/default"/>
    <dgm:cxn modelId="{BE34566F-C3BD-453E-82AF-1EA9D1ACDE0B}" srcId="{C098D202-9EAF-453C-BF7D-A045FD2F365A}" destId="{4CC83C83-A483-48B6-9B1D-E844D5FF7C50}" srcOrd="2" destOrd="0" parTransId="{3CB3099D-5A0D-4414-86A5-98A32E13A367}" sibTransId="{D9FFEB3D-CC0B-4B8C-89F8-4DA2CB44D899}"/>
    <dgm:cxn modelId="{A4249771-A408-4BF8-8E81-D97ED36B90AB}" type="presOf" srcId="{65786077-2F9D-4039-B37B-42D80331F8F9}" destId="{9B1511BC-068B-4D4A-878F-B8AC420DD2E4}" srcOrd="0" destOrd="0" presId="urn:microsoft.com/office/officeart/2005/8/layout/default"/>
    <dgm:cxn modelId="{34A6A18E-17ED-410C-9E85-5E050309154A}" type="presOf" srcId="{B2D80752-8C7A-4597-A945-4A107E89B5F2}" destId="{B6F31382-D66B-41FD-9DAD-5819B5099E89}" srcOrd="0" destOrd="0" presId="urn:microsoft.com/office/officeart/2005/8/layout/default"/>
    <dgm:cxn modelId="{337A9399-AD5E-4891-BC6A-A55380DE326A}" srcId="{C098D202-9EAF-453C-BF7D-A045FD2F365A}" destId="{C09AC428-98DE-4C4C-9738-A7191D61F8DA}" srcOrd="4" destOrd="0" parTransId="{28511706-1E81-41B8-B19F-ECE1832640B7}" sibTransId="{A96D51E4-3492-4533-A825-24440DAFDF7A}"/>
    <dgm:cxn modelId="{6A031AA4-B813-4687-84C3-61D5540A6F45}" type="presOf" srcId="{DA5E401B-974D-4ACF-B71D-D6ECB776838C}" destId="{D97F7C94-E1D1-48BB-B6AF-267C53F9301C}" srcOrd="0" destOrd="0" presId="urn:microsoft.com/office/officeart/2005/8/layout/default"/>
    <dgm:cxn modelId="{4F176EC0-CFE7-4B23-BA71-C4C9294949E1}" srcId="{C098D202-9EAF-453C-BF7D-A045FD2F365A}" destId="{F3B9488B-0810-46FF-B06F-9EEC9B857E45}" srcOrd="3" destOrd="0" parTransId="{C59543E6-8A75-4D13-ADFD-E3ECA2AF2989}" sibTransId="{AF72FB8E-05F5-482E-B410-FB5A20DC013C}"/>
    <dgm:cxn modelId="{C1F577CB-ECA7-413E-BCFC-AEC60016751E}" srcId="{C098D202-9EAF-453C-BF7D-A045FD2F365A}" destId="{B2D80752-8C7A-4597-A945-4A107E89B5F2}" srcOrd="1" destOrd="0" parTransId="{A6E79E95-917F-4015-99C1-EC5FEFABFDE7}" sibTransId="{12403DF9-C835-4932-84F6-FC0C9CF54760}"/>
    <dgm:cxn modelId="{FFDD5BCC-E02E-4190-8DCB-1F96C8DB358A}" type="presOf" srcId="{C098D202-9EAF-453C-BF7D-A045FD2F365A}" destId="{9A97CDB2-68B0-445C-AED5-18693B94E4F2}" srcOrd="0" destOrd="0" presId="urn:microsoft.com/office/officeart/2005/8/layout/default"/>
    <dgm:cxn modelId="{9A64F7F9-4E12-40E7-85E7-67B274A5D335}" type="presOf" srcId="{F3B9488B-0810-46FF-B06F-9EEC9B857E45}" destId="{BCC92A45-F8D0-4801-9731-EEE47A7AF389}" srcOrd="0" destOrd="0" presId="urn:microsoft.com/office/officeart/2005/8/layout/default"/>
    <dgm:cxn modelId="{E78FD41A-1796-4ED9-BA9B-FA409B232438}" type="presParOf" srcId="{9A97CDB2-68B0-445C-AED5-18693B94E4F2}" destId="{9B1511BC-068B-4D4A-878F-B8AC420DD2E4}" srcOrd="0" destOrd="0" presId="urn:microsoft.com/office/officeart/2005/8/layout/default"/>
    <dgm:cxn modelId="{A1EB5C8C-E216-4937-B1B5-FC3AE817471B}" type="presParOf" srcId="{9A97CDB2-68B0-445C-AED5-18693B94E4F2}" destId="{DD0AC5F9-25F4-45FC-97DA-3C55455204D7}" srcOrd="1" destOrd="0" presId="urn:microsoft.com/office/officeart/2005/8/layout/default"/>
    <dgm:cxn modelId="{DF478256-670A-4425-89CF-F88827E527C4}" type="presParOf" srcId="{9A97CDB2-68B0-445C-AED5-18693B94E4F2}" destId="{B6F31382-D66B-41FD-9DAD-5819B5099E89}" srcOrd="2" destOrd="0" presId="urn:microsoft.com/office/officeart/2005/8/layout/default"/>
    <dgm:cxn modelId="{D99DC465-C118-46FB-BED1-08EA03BED9F2}" type="presParOf" srcId="{9A97CDB2-68B0-445C-AED5-18693B94E4F2}" destId="{06B4A5F7-3892-432C-AA2B-C1A8211F016D}" srcOrd="3" destOrd="0" presId="urn:microsoft.com/office/officeart/2005/8/layout/default"/>
    <dgm:cxn modelId="{45C01F46-1002-43A5-945A-F72B57AA4ECC}" type="presParOf" srcId="{9A97CDB2-68B0-445C-AED5-18693B94E4F2}" destId="{6EA0FE8F-E9C9-4396-8520-BEC235E4598A}" srcOrd="4" destOrd="0" presId="urn:microsoft.com/office/officeart/2005/8/layout/default"/>
    <dgm:cxn modelId="{55C61D3E-8C0B-483C-99BA-973984F1060C}" type="presParOf" srcId="{9A97CDB2-68B0-445C-AED5-18693B94E4F2}" destId="{0435B596-169B-4CEE-A7EE-221D0DDD446E}" srcOrd="5" destOrd="0" presId="urn:microsoft.com/office/officeart/2005/8/layout/default"/>
    <dgm:cxn modelId="{B7F65083-A357-471C-B720-73E7CE10EF8F}" type="presParOf" srcId="{9A97CDB2-68B0-445C-AED5-18693B94E4F2}" destId="{BCC92A45-F8D0-4801-9731-EEE47A7AF389}" srcOrd="6" destOrd="0" presId="urn:microsoft.com/office/officeart/2005/8/layout/default"/>
    <dgm:cxn modelId="{F56884D4-FBEF-42C9-9176-4E9AC84968B2}" type="presParOf" srcId="{9A97CDB2-68B0-445C-AED5-18693B94E4F2}" destId="{4A3234C1-2615-4F83-A663-2EC3C72A7E35}" srcOrd="7" destOrd="0" presId="urn:microsoft.com/office/officeart/2005/8/layout/default"/>
    <dgm:cxn modelId="{2FA910CC-180C-4B7D-84CA-CB2E7295FE1C}" type="presParOf" srcId="{9A97CDB2-68B0-445C-AED5-18693B94E4F2}" destId="{FD2B3C11-1E93-4FF1-8381-B7577FE3E56B}" srcOrd="8" destOrd="0" presId="urn:microsoft.com/office/officeart/2005/8/layout/default"/>
    <dgm:cxn modelId="{A6FD83AE-81A9-4A30-BDBF-5F3A3DFF2218}" type="presParOf" srcId="{9A97CDB2-68B0-445C-AED5-18693B94E4F2}" destId="{4EB02D33-8123-4828-B689-EA1C74580F27}" srcOrd="9" destOrd="0" presId="urn:microsoft.com/office/officeart/2005/8/layout/default"/>
    <dgm:cxn modelId="{B4259757-EA4C-4346-A850-F1EF3F10630C}" type="presParOf" srcId="{9A97CDB2-68B0-445C-AED5-18693B94E4F2}" destId="{D97F7C94-E1D1-48BB-B6AF-267C53F9301C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A9B53D4-1EAF-4126-B451-A98C6B3FAA06}" type="doc">
      <dgm:prSet loTypeId="urn:microsoft.com/office/officeart/2008/layout/LinedList" loCatId="list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0F1094B8-9833-48A0-B9A9-19D1CFD30934}">
      <dgm:prSet/>
      <dgm:spPr/>
      <dgm:t>
        <a:bodyPr/>
        <a:lstStyle/>
        <a:p>
          <a:r>
            <a:rPr lang="en-US" b="1" dirty="0"/>
            <a:t>Focus Principal: </a:t>
          </a:r>
          <a:r>
            <a:rPr lang="en-US" b="1" dirty="0" err="1"/>
            <a:t>Simularea</a:t>
          </a:r>
          <a:r>
            <a:rPr lang="en-US" b="1" dirty="0"/>
            <a:t> Software (Mocking)</a:t>
          </a:r>
          <a:endParaRPr lang="en-US" dirty="0"/>
        </a:p>
      </dgm:t>
    </dgm:pt>
    <dgm:pt modelId="{0337EC32-FB9A-43A8-A28A-C0A914771319}" type="parTrans" cxnId="{41D93D7F-CB22-47D4-9362-2BFE5DAE886E}">
      <dgm:prSet/>
      <dgm:spPr/>
      <dgm:t>
        <a:bodyPr/>
        <a:lstStyle/>
        <a:p>
          <a:endParaRPr lang="en-US"/>
        </a:p>
      </dgm:t>
    </dgm:pt>
    <dgm:pt modelId="{6FFD22FD-04B3-4047-8DC6-6BEB187D5B33}" type="sibTrans" cxnId="{41D93D7F-CB22-47D4-9362-2BFE5DAE886E}">
      <dgm:prSet/>
      <dgm:spPr/>
      <dgm:t>
        <a:bodyPr/>
        <a:lstStyle/>
        <a:p>
          <a:endParaRPr lang="en-US"/>
        </a:p>
      </dgm:t>
    </dgm:pt>
    <dgm:pt modelId="{3D3A80BE-91AC-4D39-ACF9-D17A0369F2F8}">
      <dgm:prSet/>
      <dgm:spPr/>
      <dgm:t>
        <a:bodyPr/>
        <a:lstStyle/>
        <a:p>
          <a:r>
            <a:rPr lang="en-US" b="1" dirty="0" err="1"/>
            <a:t>Realizare</a:t>
          </a:r>
          <a:r>
            <a:rPr lang="en-US" b="1" dirty="0"/>
            <a:t>:</a:t>
          </a:r>
          <a:r>
            <a:rPr lang="en-US" dirty="0"/>
            <a:t> </a:t>
          </a:r>
          <a:r>
            <a:rPr lang="en-US" dirty="0" err="1"/>
            <a:t>Dezvoltarea</a:t>
          </a:r>
          <a:r>
            <a:rPr lang="en-US" dirty="0"/>
            <a:t> </a:t>
          </a:r>
          <a:r>
            <a:rPr lang="en-US" dirty="0" err="1"/>
            <a:t>unui</a:t>
          </a:r>
          <a:r>
            <a:rPr lang="en-US" dirty="0"/>
            <a:t> </a:t>
          </a:r>
          <a:r>
            <a:rPr lang="en-US" dirty="0" err="1"/>
            <a:t>mediu</a:t>
          </a:r>
          <a:r>
            <a:rPr lang="en-US" dirty="0"/>
            <a:t> de </a:t>
          </a:r>
          <a:r>
            <a:rPr lang="en-US" b="1" dirty="0" err="1"/>
            <a:t>Simulare</a:t>
          </a:r>
          <a:r>
            <a:rPr lang="en-US" b="1" dirty="0"/>
            <a:t> Software</a:t>
          </a:r>
          <a:r>
            <a:rPr lang="en-US" dirty="0"/>
            <a:t> </a:t>
          </a:r>
          <a:r>
            <a:rPr lang="en-US" dirty="0" err="1"/>
            <a:t>pentru</a:t>
          </a:r>
          <a:r>
            <a:rPr lang="en-US" dirty="0"/>
            <a:t> </a:t>
          </a:r>
          <a:r>
            <a:rPr lang="en-US" dirty="0" err="1"/>
            <a:t>placa</a:t>
          </a:r>
          <a:r>
            <a:rPr lang="en-US" dirty="0"/>
            <a:t> ATSAMV71Q21B.</a:t>
          </a:r>
        </a:p>
      </dgm:t>
    </dgm:pt>
    <dgm:pt modelId="{3747BF3F-E6EA-4F5D-B381-325FEA1B980C}" type="parTrans" cxnId="{B68A0960-04FE-4706-8A57-36C8855C5854}">
      <dgm:prSet/>
      <dgm:spPr/>
      <dgm:t>
        <a:bodyPr/>
        <a:lstStyle/>
        <a:p>
          <a:endParaRPr lang="en-US"/>
        </a:p>
      </dgm:t>
    </dgm:pt>
    <dgm:pt modelId="{DB129849-0FA2-4E43-A213-E37576410B32}" type="sibTrans" cxnId="{B68A0960-04FE-4706-8A57-36C8855C5854}">
      <dgm:prSet/>
      <dgm:spPr/>
      <dgm:t>
        <a:bodyPr/>
        <a:lstStyle/>
        <a:p>
          <a:endParaRPr lang="en-US"/>
        </a:p>
      </dgm:t>
    </dgm:pt>
    <dgm:pt modelId="{3DC8A946-96AF-40F3-B624-8CBC1A7F0CF6}">
      <dgm:prSet/>
      <dgm:spPr/>
      <dgm:t>
        <a:bodyPr/>
        <a:lstStyle/>
        <a:p>
          <a:r>
            <a:rPr lang="en-US" b="1" dirty="0"/>
            <a:t>Concept:</a:t>
          </a:r>
          <a:r>
            <a:rPr lang="en-US" dirty="0"/>
            <a:t> </a:t>
          </a:r>
          <a:r>
            <a:rPr lang="en-US" dirty="0" err="1"/>
            <a:t>Emularea</a:t>
          </a:r>
          <a:r>
            <a:rPr lang="en-US" dirty="0"/>
            <a:t> </a:t>
          </a:r>
          <a:r>
            <a:rPr lang="en-US" dirty="0" err="1"/>
            <a:t>comportamentului</a:t>
          </a:r>
          <a:r>
            <a:rPr lang="en-US" dirty="0"/>
            <a:t> hardware  in software-ul de pe PC.</a:t>
          </a:r>
        </a:p>
      </dgm:t>
    </dgm:pt>
    <dgm:pt modelId="{C33B3E49-9DD2-45D3-8426-F17D975A4FBD}" type="parTrans" cxnId="{A142D621-27F7-40C7-A644-5272C8BEDA15}">
      <dgm:prSet/>
      <dgm:spPr/>
      <dgm:t>
        <a:bodyPr/>
        <a:lstStyle/>
        <a:p>
          <a:endParaRPr lang="en-US"/>
        </a:p>
      </dgm:t>
    </dgm:pt>
    <dgm:pt modelId="{87130691-A8B5-47F0-9D6F-065320DF17EE}" type="sibTrans" cxnId="{A142D621-27F7-40C7-A644-5272C8BEDA15}">
      <dgm:prSet/>
      <dgm:spPr/>
      <dgm:t>
        <a:bodyPr/>
        <a:lstStyle/>
        <a:p>
          <a:endParaRPr lang="en-US"/>
        </a:p>
      </dgm:t>
    </dgm:pt>
    <dgm:pt modelId="{76EF1FA5-8A5A-4002-9A53-6DB55809A488}">
      <dgm:prSet/>
      <dgm:spPr/>
      <dgm:t>
        <a:bodyPr/>
        <a:lstStyle/>
        <a:p>
          <a:r>
            <a:rPr lang="en-US" b="1" dirty="0" err="1"/>
            <a:t>Rezultat</a:t>
          </a:r>
          <a:r>
            <a:rPr lang="en-US" b="1" dirty="0"/>
            <a:t>:</a:t>
          </a:r>
          <a:r>
            <a:rPr lang="en-US" dirty="0"/>
            <a:t> </a:t>
          </a:r>
          <a:r>
            <a:rPr lang="en-US" dirty="0" err="1"/>
            <a:t>Driverele</a:t>
          </a:r>
          <a:r>
            <a:rPr lang="en-US" dirty="0"/>
            <a:t> </a:t>
          </a:r>
          <a:r>
            <a:rPr lang="en-US" dirty="0" err="1"/>
            <a:t>ruleaza</a:t>
          </a:r>
          <a:r>
            <a:rPr lang="en-US" dirty="0"/>
            <a:t> </a:t>
          </a:r>
          <a:r>
            <a:rPr lang="en-US" dirty="0" err="1"/>
            <a:t>într</a:t>
          </a:r>
          <a:r>
            <a:rPr lang="en-US" dirty="0"/>
            <a:t>-un </a:t>
          </a:r>
          <a:r>
            <a:rPr lang="en-US" dirty="0" err="1"/>
            <a:t>mediu</a:t>
          </a:r>
          <a:r>
            <a:rPr lang="en-US" dirty="0"/>
            <a:t> virtual </a:t>
          </a:r>
          <a:r>
            <a:rPr lang="en-US" dirty="0" err="1"/>
            <a:t>controlat</a:t>
          </a:r>
          <a:r>
            <a:rPr lang="en-US" dirty="0"/>
            <a:t>, </a:t>
          </a:r>
          <a:r>
            <a:rPr lang="en-US" dirty="0" err="1"/>
            <a:t>replicand</a:t>
          </a:r>
          <a:r>
            <a:rPr lang="en-US" dirty="0"/>
            <a:t> </a:t>
          </a:r>
          <a:r>
            <a:rPr lang="en-US" dirty="0" err="1"/>
            <a:t>comportamentul</a:t>
          </a:r>
          <a:r>
            <a:rPr lang="en-US" dirty="0"/>
            <a:t> electric.</a:t>
          </a:r>
        </a:p>
      </dgm:t>
    </dgm:pt>
    <dgm:pt modelId="{12CD394D-614F-4784-8CD5-213EF0D63396}" type="parTrans" cxnId="{C78A30F8-99AD-4C23-B29C-C1D4EA6D058C}">
      <dgm:prSet/>
      <dgm:spPr/>
      <dgm:t>
        <a:bodyPr/>
        <a:lstStyle/>
        <a:p>
          <a:endParaRPr lang="en-US"/>
        </a:p>
      </dgm:t>
    </dgm:pt>
    <dgm:pt modelId="{A0264546-A472-4341-9133-E11CB3BC732E}" type="sibTrans" cxnId="{C78A30F8-99AD-4C23-B29C-C1D4EA6D058C}">
      <dgm:prSet/>
      <dgm:spPr/>
      <dgm:t>
        <a:bodyPr/>
        <a:lstStyle/>
        <a:p>
          <a:endParaRPr lang="en-US"/>
        </a:p>
      </dgm:t>
    </dgm:pt>
    <dgm:pt modelId="{FDE12CF0-2BEF-46A5-8E25-9A2AE08905E0}" type="pres">
      <dgm:prSet presAssocID="{4A9B53D4-1EAF-4126-B451-A98C6B3FAA06}" presName="vert0" presStyleCnt="0">
        <dgm:presLayoutVars>
          <dgm:dir/>
          <dgm:animOne val="branch"/>
          <dgm:animLvl val="lvl"/>
        </dgm:presLayoutVars>
      </dgm:prSet>
      <dgm:spPr/>
    </dgm:pt>
    <dgm:pt modelId="{1EAE7939-006E-472F-8A7D-1A39344212AD}" type="pres">
      <dgm:prSet presAssocID="{0F1094B8-9833-48A0-B9A9-19D1CFD30934}" presName="thickLine" presStyleLbl="alignNode1" presStyleIdx="0" presStyleCnt="4"/>
      <dgm:spPr/>
    </dgm:pt>
    <dgm:pt modelId="{9A9F0E26-768D-4260-8EC5-80C05927BC57}" type="pres">
      <dgm:prSet presAssocID="{0F1094B8-9833-48A0-B9A9-19D1CFD30934}" presName="horz1" presStyleCnt="0"/>
      <dgm:spPr/>
    </dgm:pt>
    <dgm:pt modelId="{6FEEA2E0-7346-4B1D-AF41-D3EF4099AAEE}" type="pres">
      <dgm:prSet presAssocID="{0F1094B8-9833-48A0-B9A9-19D1CFD30934}" presName="tx1" presStyleLbl="revTx" presStyleIdx="0" presStyleCnt="4"/>
      <dgm:spPr/>
    </dgm:pt>
    <dgm:pt modelId="{6F0A64BF-5B90-4F25-8DE6-11D2AC4F11BD}" type="pres">
      <dgm:prSet presAssocID="{0F1094B8-9833-48A0-B9A9-19D1CFD30934}" presName="vert1" presStyleCnt="0"/>
      <dgm:spPr/>
    </dgm:pt>
    <dgm:pt modelId="{B338048F-8006-44DC-B060-E358FDB109D3}" type="pres">
      <dgm:prSet presAssocID="{3D3A80BE-91AC-4D39-ACF9-D17A0369F2F8}" presName="thickLine" presStyleLbl="alignNode1" presStyleIdx="1" presStyleCnt="4"/>
      <dgm:spPr/>
    </dgm:pt>
    <dgm:pt modelId="{3F18EA71-2E68-4A18-93E0-E3DCED1DAC9F}" type="pres">
      <dgm:prSet presAssocID="{3D3A80BE-91AC-4D39-ACF9-D17A0369F2F8}" presName="horz1" presStyleCnt="0"/>
      <dgm:spPr/>
    </dgm:pt>
    <dgm:pt modelId="{6030A9EF-3458-40E5-977A-9F2FF12F554D}" type="pres">
      <dgm:prSet presAssocID="{3D3A80BE-91AC-4D39-ACF9-D17A0369F2F8}" presName="tx1" presStyleLbl="revTx" presStyleIdx="1" presStyleCnt="4"/>
      <dgm:spPr/>
    </dgm:pt>
    <dgm:pt modelId="{8A6D82A4-A99E-42B5-9949-621E5FAA7D78}" type="pres">
      <dgm:prSet presAssocID="{3D3A80BE-91AC-4D39-ACF9-D17A0369F2F8}" presName="vert1" presStyleCnt="0"/>
      <dgm:spPr/>
    </dgm:pt>
    <dgm:pt modelId="{94C55920-79A9-4B9C-828F-D7E363C7BC5C}" type="pres">
      <dgm:prSet presAssocID="{3DC8A946-96AF-40F3-B624-8CBC1A7F0CF6}" presName="thickLine" presStyleLbl="alignNode1" presStyleIdx="2" presStyleCnt="4"/>
      <dgm:spPr/>
    </dgm:pt>
    <dgm:pt modelId="{AF5337B3-DD47-4283-81F4-4434E6CAAF13}" type="pres">
      <dgm:prSet presAssocID="{3DC8A946-96AF-40F3-B624-8CBC1A7F0CF6}" presName="horz1" presStyleCnt="0"/>
      <dgm:spPr/>
    </dgm:pt>
    <dgm:pt modelId="{3B4BA35B-7FCD-4BD0-9046-4A115B81BF07}" type="pres">
      <dgm:prSet presAssocID="{3DC8A946-96AF-40F3-B624-8CBC1A7F0CF6}" presName="tx1" presStyleLbl="revTx" presStyleIdx="2" presStyleCnt="4"/>
      <dgm:spPr/>
    </dgm:pt>
    <dgm:pt modelId="{758EC5B0-8186-4981-BD51-E6593E62EDDF}" type="pres">
      <dgm:prSet presAssocID="{3DC8A946-96AF-40F3-B624-8CBC1A7F0CF6}" presName="vert1" presStyleCnt="0"/>
      <dgm:spPr/>
    </dgm:pt>
    <dgm:pt modelId="{D6D6719D-559D-4F31-B8D9-D6B25B3FDCB5}" type="pres">
      <dgm:prSet presAssocID="{76EF1FA5-8A5A-4002-9A53-6DB55809A488}" presName="thickLine" presStyleLbl="alignNode1" presStyleIdx="3" presStyleCnt="4"/>
      <dgm:spPr/>
    </dgm:pt>
    <dgm:pt modelId="{61E8E528-B934-4401-86CD-3DD2C71693A6}" type="pres">
      <dgm:prSet presAssocID="{76EF1FA5-8A5A-4002-9A53-6DB55809A488}" presName="horz1" presStyleCnt="0"/>
      <dgm:spPr/>
    </dgm:pt>
    <dgm:pt modelId="{0BC053E4-9C3A-4B84-98D9-28D544FF63CE}" type="pres">
      <dgm:prSet presAssocID="{76EF1FA5-8A5A-4002-9A53-6DB55809A488}" presName="tx1" presStyleLbl="revTx" presStyleIdx="3" presStyleCnt="4"/>
      <dgm:spPr/>
    </dgm:pt>
    <dgm:pt modelId="{DFE84223-D574-4F59-B26B-192E22EB9127}" type="pres">
      <dgm:prSet presAssocID="{76EF1FA5-8A5A-4002-9A53-6DB55809A488}" presName="vert1" presStyleCnt="0"/>
      <dgm:spPr/>
    </dgm:pt>
  </dgm:ptLst>
  <dgm:cxnLst>
    <dgm:cxn modelId="{A142D621-27F7-40C7-A644-5272C8BEDA15}" srcId="{4A9B53D4-1EAF-4126-B451-A98C6B3FAA06}" destId="{3DC8A946-96AF-40F3-B624-8CBC1A7F0CF6}" srcOrd="2" destOrd="0" parTransId="{C33B3E49-9DD2-45D3-8426-F17D975A4FBD}" sibTransId="{87130691-A8B5-47F0-9D6F-065320DF17EE}"/>
    <dgm:cxn modelId="{B68A0960-04FE-4706-8A57-36C8855C5854}" srcId="{4A9B53D4-1EAF-4126-B451-A98C6B3FAA06}" destId="{3D3A80BE-91AC-4D39-ACF9-D17A0369F2F8}" srcOrd="1" destOrd="0" parTransId="{3747BF3F-E6EA-4F5D-B381-325FEA1B980C}" sibTransId="{DB129849-0FA2-4E43-A213-E37576410B32}"/>
    <dgm:cxn modelId="{96780F4F-508C-4E48-87E3-90785DFA488F}" type="presOf" srcId="{76EF1FA5-8A5A-4002-9A53-6DB55809A488}" destId="{0BC053E4-9C3A-4B84-98D9-28D544FF63CE}" srcOrd="0" destOrd="0" presId="urn:microsoft.com/office/officeart/2008/layout/LinedList"/>
    <dgm:cxn modelId="{660C7953-E0F8-408E-96B2-E4CFBA8F5171}" type="presOf" srcId="{3DC8A946-96AF-40F3-B624-8CBC1A7F0CF6}" destId="{3B4BA35B-7FCD-4BD0-9046-4A115B81BF07}" srcOrd="0" destOrd="0" presId="urn:microsoft.com/office/officeart/2008/layout/LinedList"/>
    <dgm:cxn modelId="{976C627C-03B6-4788-A7D3-937833B03673}" type="presOf" srcId="{3D3A80BE-91AC-4D39-ACF9-D17A0369F2F8}" destId="{6030A9EF-3458-40E5-977A-9F2FF12F554D}" srcOrd="0" destOrd="0" presId="urn:microsoft.com/office/officeart/2008/layout/LinedList"/>
    <dgm:cxn modelId="{41D93D7F-CB22-47D4-9362-2BFE5DAE886E}" srcId="{4A9B53D4-1EAF-4126-B451-A98C6B3FAA06}" destId="{0F1094B8-9833-48A0-B9A9-19D1CFD30934}" srcOrd="0" destOrd="0" parTransId="{0337EC32-FB9A-43A8-A28A-C0A914771319}" sibTransId="{6FFD22FD-04B3-4047-8DC6-6BEB187D5B33}"/>
    <dgm:cxn modelId="{C2218490-F144-48DE-B199-7E13971BE91C}" type="presOf" srcId="{4A9B53D4-1EAF-4126-B451-A98C6B3FAA06}" destId="{FDE12CF0-2BEF-46A5-8E25-9A2AE08905E0}" srcOrd="0" destOrd="0" presId="urn:microsoft.com/office/officeart/2008/layout/LinedList"/>
    <dgm:cxn modelId="{F0AF21F8-A25E-4A84-8583-EC802614B5A4}" type="presOf" srcId="{0F1094B8-9833-48A0-B9A9-19D1CFD30934}" destId="{6FEEA2E0-7346-4B1D-AF41-D3EF4099AAEE}" srcOrd="0" destOrd="0" presId="urn:microsoft.com/office/officeart/2008/layout/LinedList"/>
    <dgm:cxn modelId="{C78A30F8-99AD-4C23-B29C-C1D4EA6D058C}" srcId="{4A9B53D4-1EAF-4126-B451-A98C6B3FAA06}" destId="{76EF1FA5-8A5A-4002-9A53-6DB55809A488}" srcOrd="3" destOrd="0" parTransId="{12CD394D-614F-4784-8CD5-213EF0D63396}" sibTransId="{A0264546-A472-4341-9133-E11CB3BC732E}"/>
    <dgm:cxn modelId="{FBAB6B69-8D71-44C4-966A-A4A9110E3421}" type="presParOf" srcId="{FDE12CF0-2BEF-46A5-8E25-9A2AE08905E0}" destId="{1EAE7939-006E-472F-8A7D-1A39344212AD}" srcOrd="0" destOrd="0" presId="urn:microsoft.com/office/officeart/2008/layout/LinedList"/>
    <dgm:cxn modelId="{9DD30C55-FC55-4CEC-B0CF-45F787B2F5D4}" type="presParOf" srcId="{FDE12CF0-2BEF-46A5-8E25-9A2AE08905E0}" destId="{9A9F0E26-768D-4260-8EC5-80C05927BC57}" srcOrd="1" destOrd="0" presId="urn:microsoft.com/office/officeart/2008/layout/LinedList"/>
    <dgm:cxn modelId="{17C394C1-FA93-48B7-A2A8-33981AFAF81E}" type="presParOf" srcId="{9A9F0E26-768D-4260-8EC5-80C05927BC57}" destId="{6FEEA2E0-7346-4B1D-AF41-D3EF4099AAEE}" srcOrd="0" destOrd="0" presId="urn:microsoft.com/office/officeart/2008/layout/LinedList"/>
    <dgm:cxn modelId="{B00F0318-13ED-42D8-B271-BF33A0AC9E0A}" type="presParOf" srcId="{9A9F0E26-768D-4260-8EC5-80C05927BC57}" destId="{6F0A64BF-5B90-4F25-8DE6-11D2AC4F11BD}" srcOrd="1" destOrd="0" presId="urn:microsoft.com/office/officeart/2008/layout/LinedList"/>
    <dgm:cxn modelId="{278ECD0C-0427-4A1E-A275-77DFFD0B4912}" type="presParOf" srcId="{FDE12CF0-2BEF-46A5-8E25-9A2AE08905E0}" destId="{B338048F-8006-44DC-B060-E358FDB109D3}" srcOrd="2" destOrd="0" presId="urn:microsoft.com/office/officeart/2008/layout/LinedList"/>
    <dgm:cxn modelId="{7A51AD28-9DA1-4CD8-B344-F2E5EA1414E9}" type="presParOf" srcId="{FDE12CF0-2BEF-46A5-8E25-9A2AE08905E0}" destId="{3F18EA71-2E68-4A18-93E0-E3DCED1DAC9F}" srcOrd="3" destOrd="0" presId="urn:microsoft.com/office/officeart/2008/layout/LinedList"/>
    <dgm:cxn modelId="{1FC83B48-4C49-400E-83CB-52F53A5E825C}" type="presParOf" srcId="{3F18EA71-2E68-4A18-93E0-E3DCED1DAC9F}" destId="{6030A9EF-3458-40E5-977A-9F2FF12F554D}" srcOrd="0" destOrd="0" presId="urn:microsoft.com/office/officeart/2008/layout/LinedList"/>
    <dgm:cxn modelId="{C13F0334-E8D2-4BF1-B452-7B5F21AE55D6}" type="presParOf" srcId="{3F18EA71-2E68-4A18-93E0-E3DCED1DAC9F}" destId="{8A6D82A4-A99E-42B5-9949-621E5FAA7D78}" srcOrd="1" destOrd="0" presId="urn:microsoft.com/office/officeart/2008/layout/LinedList"/>
    <dgm:cxn modelId="{8FB20160-756B-4818-ABFE-58582D2E9F64}" type="presParOf" srcId="{FDE12CF0-2BEF-46A5-8E25-9A2AE08905E0}" destId="{94C55920-79A9-4B9C-828F-D7E363C7BC5C}" srcOrd="4" destOrd="0" presId="urn:microsoft.com/office/officeart/2008/layout/LinedList"/>
    <dgm:cxn modelId="{2957D2C4-762F-4170-A124-372F38E7C26E}" type="presParOf" srcId="{FDE12CF0-2BEF-46A5-8E25-9A2AE08905E0}" destId="{AF5337B3-DD47-4283-81F4-4434E6CAAF13}" srcOrd="5" destOrd="0" presId="urn:microsoft.com/office/officeart/2008/layout/LinedList"/>
    <dgm:cxn modelId="{28386804-61DC-4E47-9AFB-A6D375987A93}" type="presParOf" srcId="{AF5337B3-DD47-4283-81F4-4434E6CAAF13}" destId="{3B4BA35B-7FCD-4BD0-9046-4A115B81BF07}" srcOrd="0" destOrd="0" presId="urn:microsoft.com/office/officeart/2008/layout/LinedList"/>
    <dgm:cxn modelId="{F78231FB-AA1F-4B53-9A07-E87960DDCD51}" type="presParOf" srcId="{AF5337B3-DD47-4283-81F4-4434E6CAAF13}" destId="{758EC5B0-8186-4981-BD51-E6593E62EDDF}" srcOrd="1" destOrd="0" presId="urn:microsoft.com/office/officeart/2008/layout/LinedList"/>
    <dgm:cxn modelId="{3690A75B-F02C-4CE7-B906-6A23A2D1E64E}" type="presParOf" srcId="{FDE12CF0-2BEF-46A5-8E25-9A2AE08905E0}" destId="{D6D6719D-559D-4F31-B8D9-D6B25B3FDCB5}" srcOrd="6" destOrd="0" presId="urn:microsoft.com/office/officeart/2008/layout/LinedList"/>
    <dgm:cxn modelId="{28D726FD-BCBE-4047-8414-CF2F46713C35}" type="presParOf" srcId="{FDE12CF0-2BEF-46A5-8E25-9A2AE08905E0}" destId="{61E8E528-B934-4401-86CD-3DD2C71693A6}" srcOrd="7" destOrd="0" presId="urn:microsoft.com/office/officeart/2008/layout/LinedList"/>
    <dgm:cxn modelId="{6ECC4911-1124-4E8B-B232-57D6087D9103}" type="presParOf" srcId="{61E8E528-B934-4401-86CD-3DD2C71693A6}" destId="{0BC053E4-9C3A-4B84-98D9-28D544FF63CE}" srcOrd="0" destOrd="0" presId="urn:microsoft.com/office/officeart/2008/layout/LinedList"/>
    <dgm:cxn modelId="{7C1E2AA0-F846-4565-873D-770B7374D6EC}" type="presParOf" srcId="{61E8E528-B934-4401-86CD-3DD2C71693A6}" destId="{DFE84223-D574-4F59-B26B-192E22EB912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AD905C6-4814-427E-A0F0-BCD3A460C130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FD4E3D7E-1EB8-47A1-BCFE-84C813055E70}">
      <dgm:prSet/>
      <dgm:spPr/>
      <dgm:t>
        <a:bodyPr/>
        <a:lstStyle/>
        <a:p>
          <a:r>
            <a:rPr lang="en-US" b="1" dirty="0" err="1"/>
            <a:t>Interfata</a:t>
          </a:r>
          <a:r>
            <a:rPr lang="en-US" b="1" dirty="0"/>
            <a:t> </a:t>
          </a:r>
          <a:r>
            <a:rPr lang="en-US" b="1" dirty="0" err="1"/>
            <a:t>Unificata</a:t>
          </a:r>
          <a:r>
            <a:rPr lang="en-US" b="1" dirty="0"/>
            <a:t>:</a:t>
          </a:r>
          <a:r>
            <a:rPr lang="en-US" dirty="0"/>
            <a:t> API C++17 abstract </a:t>
          </a:r>
          <a:r>
            <a:rPr lang="en-US" dirty="0" err="1"/>
            <a:t>pentru</a:t>
          </a:r>
          <a:r>
            <a:rPr lang="en-US" dirty="0"/>
            <a:t> </a:t>
          </a:r>
          <a:r>
            <a:rPr lang="en-US" dirty="0" err="1"/>
            <a:t>controlul</a:t>
          </a:r>
          <a:r>
            <a:rPr lang="en-US" dirty="0"/>
            <a:t> </a:t>
          </a:r>
          <a:r>
            <a:rPr lang="en-US" dirty="0" err="1"/>
            <a:t>pinilor</a:t>
          </a:r>
          <a:r>
            <a:rPr lang="en-US" dirty="0"/>
            <a:t>.</a:t>
          </a:r>
        </a:p>
      </dgm:t>
    </dgm:pt>
    <dgm:pt modelId="{3ACED6F5-BAC2-4F1B-A3B9-D9866D4BAC21}" type="parTrans" cxnId="{00E90580-4F25-4FBE-B963-0294844B933C}">
      <dgm:prSet/>
      <dgm:spPr/>
      <dgm:t>
        <a:bodyPr/>
        <a:lstStyle/>
        <a:p>
          <a:endParaRPr lang="en-US"/>
        </a:p>
      </dgm:t>
    </dgm:pt>
    <dgm:pt modelId="{D622ADAA-C300-48DF-B83D-1E2AAFEFDBDD}" type="sibTrans" cxnId="{00E90580-4F25-4FBE-B963-0294844B933C}">
      <dgm:prSet/>
      <dgm:spPr/>
      <dgm:t>
        <a:bodyPr/>
        <a:lstStyle/>
        <a:p>
          <a:endParaRPr lang="en-US"/>
        </a:p>
      </dgm:t>
    </dgm:pt>
    <dgm:pt modelId="{106A590A-F96D-40FB-9986-AFCA394AB90C}">
      <dgm:prSet/>
      <dgm:spPr/>
      <dgm:t>
        <a:bodyPr/>
        <a:lstStyle/>
        <a:p>
          <a:r>
            <a:rPr lang="en-US" b="1" dirty="0"/>
            <a:t>Dual-Backend:</a:t>
          </a:r>
          <a:r>
            <a:rPr lang="en-US" dirty="0"/>
            <a:t> </a:t>
          </a:r>
          <a:r>
            <a:rPr lang="en-US" dirty="0" err="1"/>
            <a:t>Comutare</a:t>
          </a:r>
          <a:r>
            <a:rPr lang="en-US" dirty="0"/>
            <a:t> </a:t>
          </a:r>
          <a:r>
            <a:rPr lang="en-US" dirty="0" err="1"/>
            <a:t>transparenta</a:t>
          </a:r>
          <a:r>
            <a:rPr lang="en-US" dirty="0"/>
            <a:t> </a:t>
          </a:r>
          <a:r>
            <a:rPr lang="en-US" dirty="0" err="1"/>
            <a:t>intre</a:t>
          </a:r>
          <a:r>
            <a:rPr lang="en-US" dirty="0"/>
            <a:t> Mock </a:t>
          </a:r>
          <a:r>
            <a:rPr lang="en-US" dirty="0" err="1"/>
            <a:t>și</a:t>
          </a:r>
          <a:r>
            <a:rPr lang="en-US" dirty="0"/>
            <a:t> Target la </a:t>
          </a:r>
          <a:r>
            <a:rPr lang="en-US" dirty="0" err="1"/>
            <a:t>compilare</a:t>
          </a:r>
          <a:r>
            <a:rPr lang="en-US" dirty="0"/>
            <a:t>.</a:t>
          </a:r>
        </a:p>
      </dgm:t>
    </dgm:pt>
    <dgm:pt modelId="{E6A1E119-5822-4010-8349-2347A96749C7}" type="parTrans" cxnId="{BB4AD1F4-5F33-4C7A-9F94-DF1CFEFB180B}">
      <dgm:prSet/>
      <dgm:spPr/>
      <dgm:t>
        <a:bodyPr/>
        <a:lstStyle/>
        <a:p>
          <a:endParaRPr lang="en-US"/>
        </a:p>
      </dgm:t>
    </dgm:pt>
    <dgm:pt modelId="{0A0E4601-8BF2-45D6-BEE5-A5530C91D56A}" type="sibTrans" cxnId="{BB4AD1F4-5F33-4C7A-9F94-DF1CFEFB180B}">
      <dgm:prSet/>
      <dgm:spPr/>
      <dgm:t>
        <a:bodyPr/>
        <a:lstStyle/>
        <a:p>
          <a:endParaRPr lang="en-US"/>
        </a:p>
      </dgm:t>
    </dgm:pt>
    <dgm:pt modelId="{34E1EE63-FB10-43ED-BD83-76594087CB9D}">
      <dgm:prSet/>
      <dgm:spPr/>
      <dgm:t>
        <a:bodyPr/>
        <a:lstStyle/>
        <a:p>
          <a:r>
            <a:rPr lang="en-US" b="1" dirty="0"/>
            <a:t>Driver GPIO Functional:</a:t>
          </a:r>
          <a:endParaRPr lang="en-US" dirty="0"/>
        </a:p>
      </dgm:t>
    </dgm:pt>
    <dgm:pt modelId="{3EAD3BFE-BEC3-46A9-9034-504EA8250919}" type="parTrans" cxnId="{86FA9E0D-B51B-4E64-9419-23F07D457DDF}">
      <dgm:prSet/>
      <dgm:spPr/>
      <dgm:t>
        <a:bodyPr/>
        <a:lstStyle/>
        <a:p>
          <a:endParaRPr lang="en-US"/>
        </a:p>
      </dgm:t>
    </dgm:pt>
    <dgm:pt modelId="{4C60CB48-2814-4272-AF7C-D42F7D08C9DE}" type="sibTrans" cxnId="{86FA9E0D-B51B-4E64-9419-23F07D457DDF}">
      <dgm:prSet/>
      <dgm:spPr/>
      <dgm:t>
        <a:bodyPr/>
        <a:lstStyle/>
        <a:p>
          <a:endParaRPr lang="en-US"/>
        </a:p>
      </dgm:t>
    </dgm:pt>
    <dgm:pt modelId="{9AF004BB-6DA4-4051-AE3B-4E52EE753A60}">
      <dgm:prSet/>
      <dgm:spPr/>
      <dgm:t>
        <a:bodyPr/>
        <a:lstStyle/>
        <a:p>
          <a:r>
            <a:rPr lang="en-US"/>
            <a:t>Suport pentru Input, Output, Pull-Resistors.</a:t>
          </a:r>
        </a:p>
      </dgm:t>
    </dgm:pt>
    <dgm:pt modelId="{5472D41C-242B-47ED-8D06-3545743B9524}" type="parTrans" cxnId="{82B9F953-1D24-4663-90CD-5F728A860F6B}">
      <dgm:prSet/>
      <dgm:spPr/>
      <dgm:t>
        <a:bodyPr/>
        <a:lstStyle/>
        <a:p>
          <a:endParaRPr lang="en-US"/>
        </a:p>
      </dgm:t>
    </dgm:pt>
    <dgm:pt modelId="{CA7FF961-12AD-4EC8-A2DF-C9B71EB93EB2}" type="sibTrans" cxnId="{82B9F953-1D24-4663-90CD-5F728A860F6B}">
      <dgm:prSet/>
      <dgm:spPr/>
      <dgm:t>
        <a:bodyPr/>
        <a:lstStyle/>
        <a:p>
          <a:endParaRPr lang="en-US"/>
        </a:p>
      </dgm:t>
    </dgm:pt>
    <dgm:pt modelId="{7E336C6F-9C56-4610-AD5D-79F836A3399F}">
      <dgm:prSet/>
      <dgm:spPr/>
      <dgm:t>
        <a:bodyPr/>
        <a:lstStyle/>
        <a:p>
          <a:r>
            <a:rPr lang="en-US"/>
            <a:t>Configurare pini specifici (PB12, PC9, PC10, UART).</a:t>
          </a:r>
        </a:p>
      </dgm:t>
    </dgm:pt>
    <dgm:pt modelId="{652C47EF-8D71-48CC-A3DA-91D9ACBC3DD3}" type="parTrans" cxnId="{597A1249-5134-4FFD-B099-ACEC9A5EE873}">
      <dgm:prSet/>
      <dgm:spPr/>
      <dgm:t>
        <a:bodyPr/>
        <a:lstStyle/>
        <a:p>
          <a:endParaRPr lang="en-US"/>
        </a:p>
      </dgm:t>
    </dgm:pt>
    <dgm:pt modelId="{A605BEE9-C8C0-4AAA-9FB5-1A0AB5E46DC9}" type="sibTrans" cxnId="{597A1249-5134-4FFD-B099-ACEC9A5EE873}">
      <dgm:prSet/>
      <dgm:spPr/>
      <dgm:t>
        <a:bodyPr/>
        <a:lstStyle/>
        <a:p>
          <a:endParaRPr lang="en-US"/>
        </a:p>
      </dgm:t>
    </dgm:pt>
    <dgm:pt modelId="{C8052E24-5DE8-4A2A-A5C4-C61A0BF1D178}">
      <dgm:prSet/>
      <dgm:spPr/>
      <dgm:t>
        <a:bodyPr/>
        <a:lstStyle/>
        <a:p>
          <a:r>
            <a:rPr lang="en-US" b="1"/>
            <a:t>Sistem de Build:</a:t>
          </a:r>
          <a:r>
            <a:rPr lang="en-US"/>
            <a:t> CMake modular.</a:t>
          </a:r>
        </a:p>
      </dgm:t>
    </dgm:pt>
    <dgm:pt modelId="{8ACDFF10-31A7-40EC-BC5F-E5E48E5BBED0}" type="parTrans" cxnId="{A57B188A-20A9-44D8-AC54-99B6F9DE728F}">
      <dgm:prSet/>
      <dgm:spPr/>
      <dgm:t>
        <a:bodyPr/>
        <a:lstStyle/>
        <a:p>
          <a:endParaRPr lang="en-US"/>
        </a:p>
      </dgm:t>
    </dgm:pt>
    <dgm:pt modelId="{3531DE71-14A2-428A-82E9-2E75FDEF899A}" type="sibTrans" cxnId="{A57B188A-20A9-44D8-AC54-99B6F9DE728F}">
      <dgm:prSet/>
      <dgm:spPr/>
      <dgm:t>
        <a:bodyPr/>
        <a:lstStyle/>
        <a:p>
          <a:endParaRPr lang="en-US"/>
        </a:p>
      </dgm:t>
    </dgm:pt>
    <dgm:pt modelId="{96CE38FB-3CFF-484F-8F87-B046BD401C0E}" type="pres">
      <dgm:prSet presAssocID="{AAD905C6-4814-427E-A0F0-BCD3A460C130}" presName="linear" presStyleCnt="0">
        <dgm:presLayoutVars>
          <dgm:animLvl val="lvl"/>
          <dgm:resizeHandles val="exact"/>
        </dgm:presLayoutVars>
      </dgm:prSet>
      <dgm:spPr/>
    </dgm:pt>
    <dgm:pt modelId="{EB16F6C3-84C6-49F1-AE66-4B08273F7472}" type="pres">
      <dgm:prSet presAssocID="{FD4E3D7E-1EB8-47A1-BCFE-84C813055E7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0F32418-46FA-4D87-8EB1-568E42BB765C}" type="pres">
      <dgm:prSet presAssocID="{D622ADAA-C300-48DF-B83D-1E2AAFEFDBDD}" presName="spacer" presStyleCnt="0"/>
      <dgm:spPr/>
    </dgm:pt>
    <dgm:pt modelId="{30B5DE92-35E1-4539-ACFA-F5D455F9C8CC}" type="pres">
      <dgm:prSet presAssocID="{106A590A-F96D-40FB-9986-AFCA394AB90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7E84040-FB12-437E-A0A0-36A6E2DE5E50}" type="pres">
      <dgm:prSet presAssocID="{0A0E4601-8BF2-45D6-BEE5-A5530C91D56A}" presName="spacer" presStyleCnt="0"/>
      <dgm:spPr/>
    </dgm:pt>
    <dgm:pt modelId="{DDEA33CE-EE11-4C5B-9504-73E1AAE6F075}" type="pres">
      <dgm:prSet presAssocID="{34E1EE63-FB10-43ED-BD83-76594087CB9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1DC6DDD-B54C-433A-8F55-4E00FC6E8C29}" type="pres">
      <dgm:prSet presAssocID="{34E1EE63-FB10-43ED-BD83-76594087CB9D}" presName="childText" presStyleLbl="revTx" presStyleIdx="0" presStyleCnt="1">
        <dgm:presLayoutVars>
          <dgm:bulletEnabled val="1"/>
        </dgm:presLayoutVars>
      </dgm:prSet>
      <dgm:spPr/>
    </dgm:pt>
    <dgm:pt modelId="{6C0B65B1-5960-49C7-9471-DA0A1B77F247}" type="pres">
      <dgm:prSet presAssocID="{C8052E24-5DE8-4A2A-A5C4-C61A0BF1D17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6FA9E0D-B51B-4E64-9419-23F07D457DDF}" srcId="{AAD905C6-4814-427E-A0F0-BCD3A460C130}" destId="{34E1EE63-FB10-43ED-BD83-76594087CB9D}" srcOrd="2" destOrd="0" parTransId="{3EAD3BFE-BEC3-46A9-9034-504EA8250919}" sibTransId="{4C60CB48-2814-4272-AF7C-D42F7D08C9DE}"/>
    <dgm:cxn modelId="{CABD452F-4744-4013-A392-B16FCB2DBC0C}" type="presOf" srcId="{C8052E24-5DE8-4A2A-A5C4-C61A0BF1D178}" destId="{6C0B65B1-5960-49C7-9471-DA0A1B77F247}" srcOrd="0" destOrd="0" presId="urn:microsoft.com/office/officeart/2005/8/layout/vList2"/>
    <dgm:cxn modelId="{178C513C-AAB3-48CC-B84B-4E1431ECA930}" type="presOf" srcId="{AAD905C6-4814-427E-A0F0-BCD3A460C130}" destId="{96CE38FB-3CFF-484F-8F87-B046BD401C0E}" srcOrd="0" destOrd="0" presId="urn:microsoft.com/office/officeart/2005/8/layout/vList2"/>
    <dgm:cxn modelId="{B2273F5B-073E-4056-BD65-6F52FB3F8DC8}" type="presOf" srcId="{34E1EE63-FB10-43ED-BD83-76594087CB9D}" destId="{DDEA33CE-EE11-4C5B-9504-73E1AAE6F075}" srcOrd="0" destOrd="0" presId="urn:microsoft.com/office/officeart/2005/8/layout/vList2"/>
    <dgm:cxn modelId="{33D95C5B-7602-490A-A536-05F14EA25BEF}" type="presOf" srcId="{106A590A-F96D-40FB-9986-AFCA394AB90C}" destId="{30B5DE92-35E1-4539-ACFA-F5D455F9C8CC}" srcOrd="0" destOrd="0" presId="urn:microsoft.com/office/officeart/2005/8/layout/vList2"/>
    <dgm:cxn modelId="{597A1249-5134-4FFD-B099-ACEC9A5EE873}" srcId="{34E1EE63-FB10-43ED-BD83-76594087CB9D}" destId="{7E336C6F-9C56-4610-AD5D-79F836A3399F}" srcOrd="1" destOrd="0" parTransId="{652C47EF-8D71-48CC-A3DA-91D9ACBC3DD3}" sibTransId="{A605BEE9-C8C0-4AAA-9FB5-1A0AB5E46DC9}"/>
    <dgm:cxn modelId="{9402944D-4808-4B4D-8C39-C0A86AAD47DA}" type="presOf" srcId="{9AF004BB-6DA4-4051-AE3B-4E52EE753A60}" destId="{51DC6DDD-B54C-433A-8F55-4E00FC6E8C29}" srcOrd="0" destOrd="0" presId="urn:microsoft.com/office/officeart/2005/8/layout/vList2"/>
    <dgm:cxn modelId="{82B9F953-1D24-4663-90CD-5F728A860F6B}" srcId="{34E1EE63-FB10-43ED-BD83-76594087CB9D}" destId="{9AF004BB-6DA4-4051-AE3B-4E52EE753A60}" srcOrd="0" destOrd="0" parTransId="{5472D41C-242B-47ED-8D06-3545743B9524}" sibTransId="{CA7FF961-12AD-4EC8-A2DF-C9B71EB93EB2}"/>
    <dgm:cxn modelId="{00E90580-4F25-4FBE-B963-0294844B933C}" srcId="{AAD905C6-4814-427E-A0F0-BCD3A460C130}" destId="{FD4E3D7E-1EB8-47A1-BCFE-84C813055E70}" srcOrd="0" destOrd="0" parTransId="{3ACED6F5-BAC2-4F1B-A3B9-D9866D4BAC21}" sibTransId="{D622ADAA-C300-48DF-B83D-1E2AAFEFDBDD}"/>
    <dgm:cxn modelId="{A57B188A-20A9-44D8-AC54-99B6F9DE728F}" srcId="{AAD905C6-4814-427E-A0F0-BCD3A460C130}" destId="{C8052E24-5DE8-4A2A-A5C4-C61A0BF1D178}" srcOrd="3" destOrd="0" parTransId="{8ACDFF10-31A7-40EC-BC5F-E5E48E5BBED0}" sibTransId="{3531DE71-14A2-428A-82E9-2E75FDEF899A}"/>
    <dgm:cxn modelId="{244E07BB-AD33-4679-8650-3467C9A967B8}" type="presOf" srcId="{7E336C6F-9C56-4610-AD5D-79F836A3399F}" destId="{51DC6DDD-B54C-433A-8F55-4E00FC6E8C29}" srcOrd="0" destOrd="1" presId="urn:microsoft.com/office/officeart/2005/8/layout/vList2"/>
    <dgm:cxn modelId="{A840B3EB-572E-4EC6-BB30-DC7D01EAA81A}" type="presOf" srcId="{FD4E3D7E-1EB8-47A1-BCFE-84C813055E70}" destId="{EB16F6C3-84C6-49F1-AE66-4B08273F7472}" srcOrd="0" destOrd="0" presId="urn:microsoft.com/office/officeart/2005/8/layout/vList2"/>
    <dgm:cxn modelId="{BB4AD1F4-5F33-4C7A-9F94-DF1CFEFB180B}" srcId="{AAD905C6-4814-427E-A0F0-BCD3A460C130}" destId="{106A590A-F96D-40FB-9986-AFCA394AB90C}" srcOrd="1" destOrd="0" parTransId="{E6A1E119-5822-4010-8349-2347A96749C7}" sibTransId="{0A0E4601-8BF2-45D6-BEE5-A5530C91D56A}"/>
    <dgm:cxn modelId="{C2F2BE7F-7DB6-4AD8-8D5A-AA22F4B8D530}" type="presParOf" srcId="{96CE38FB-3CFF-484F-8F87-B046BD401C0E}" destId="{EB16F6C3-84C6-49F1-AE66-4B08273F7472}" srcOrd="0" destOrd="0" presId="urn:microsoft.com/office/officeart/2005/8/layout/vList2"/>
    <dgm:cxn modelId="{7359AC80-6AB4-4EF0-B10D-523FA62B297E}" type="presParOf" srcId="{96CE38FB-3CFF-484F-8F87-B046BD401C0E}" destId="{D0F32418-46FA-4D87-8EB1-568E42BB765C}" srcOrd="1" destOrd="0" presId="urn:microsoft.com/office/officeart/2005/8/layout/vList2"/>
    <dgm:cxn modelId="{08D10609-4431-4BCC-B22D-851CF78542FD}" type="presParOf" srcId="{96CE38FB-3CFF-484F-8F87-B046BD401C0E}" destId="{30B5DE92-35E1-4539-ACFA-F5D455F9C8CC}" srcOrd="2" destOrd="0" presId="urn:microsoft.com/office/officeart/2005/8/layout/vList2"/>
    <dgm:cxn modelId="{BC19B9F1-F3A0-4472-9E2B-6CB7EE7A6038}" type="presParOf" srcId="{96CE38FB-3CFF-484F-8F87-B046BD401C0E}" destId="{17E84040-FB12-437E-A0A0-36A6E2DE5E50}" srcOrd="3" destOrd="0" presId="urn:microsoft.com/office/officeart/2005/8/layout/vList2"/>
    <dgm:cxn modelId="{6EB6CBEA-7780-4393-AAAD-C1E3FF621F80}" type="presParOf" srcId="{96CE38FB-3CFF-484F-8F87-B046BD401C0E}" destId="{DDEA33CE-EE11-4C5B-9504-73E1AAE6F075}" srcOrd="4" destOrd="0" presId="urn:microsoft.com/office/officeart/2005/8/layout/vList2"/>
    <dgm:cxn modelId="{86F1A259-5060-4E53-915B-BEB23BFDC7E7}" type="presParOf" srcId="{96CE38FB-3CFF-484F-8F87-B046BD401C0E}" destId="{51DC6DDD-B54C-433A-8F55-4E00FC6E8C29}" srcOrd="5" destOrd="0" presId="urn:microsoft.com/office/officeart/2005/8/layout/vList2"/>
    <dgm:cxn modelId="{574F8594-4350-4DCF-98CF-278567A02CDA}" type="presParOf" srcId="{96CE38FB-3CFF-484F-8F87-B046BD401C0E}" destId="{6C0B65B1-5960-49C7-9471-DA0A1B77F24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69ACBC7-FF8E-4B36-B9AD-8DE40E328B3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1D7295B-83CD-4E1F-9981-005C1FC8D2E8}">
      <dgm:prSet/>
      <dgm:spPr/>
      <dgm:t>
        <a:bodyPr/>
        <a:lstStyle/>
        <a:p>
          <a:r>
            <a:rPr lang="en-US" b="1"/>
            <a:t>Aplicatie (main.cpp)</a:t>
          </a:r>
          <a:endParaRPr lang="en-US"/>
        </a:p>
      </dgm:t>
    </dgm:pt>
    <dgm:pt modelId="{3087BC45-A50F-455A-B12E-EF564B2EA250}" type="parTrans" cxnId="{B0F950DE-D224-4FA1-B5C6-73593C25E62B}">
      <dgm:prSet/>
      <dgm:spPr/>
      <dgm:t>
        <a:bodyPr/>
        <a:lstStyle/>
        <a:p>
          <a:endParaRPr lang="en-US"/>
        </a:p>
      </dgm:t>
    </dgm:pt>
    <dgm:pt modelId="{6CB211A3-CDBF-4DC6-8B9B-563E4F58ED95}" type="sibTrans" cxnId="{B0F950DE-D224-4FA1-B5C6-73593C25E62B}">
      <dgm:prSet/>
      <dgm:spPr/>
      <dgm:t>
        <a:bodyPr/>
        <a:lstStyle/>
        <a:p>
          <a:endParaRPr lang="en-US"/>
        </a:p>
      </dgm:t>
    </dgm:pt>
    <dgm:pt modelId="{427321DC-9D65-41B5-B769-2CEA486746FC}">
      <dgm:prSet/>
      <dgm:spPr/>
      <dgm:t>
        <a:bodyPr/>
        <a:lstStyle/>
        <a:p>
          <a:r>
            <a:rPr lang="en-US"/>
            <a:t>GPIO::configure(PB12, Input)</a:t>
          </a:r>
        </a:p>
      </dgm:t>
    </dgm:pt>
    <dgm:pt modelId="{646E7E18-2A13-4464-8076-4D907A97BEC5}" type="parTrans" cxnId="{5415BE2A-FFE3-4D41-9B7A-1954F8C59D04}">
      <dgm:prSet/>
      <dgm:spPr/>
      <dgm:t>
        <a:bodyPr/>
        <a:lstStyle/>
        <a:p>
          <a:endParaRPr lang="en-US"/>
        </a:p>
      </dgm:t>
    </dgm:pt>
    <dgm:pt modelId="{54C63A56-54EA-444E-A70C-1DED3EEDAA63}" type="sibTrans" cxnId="{5415BE2A-FFE3-4D41-9B7A-1954F8C59D04}">
      <dgm:prSet/>
      <dgm:spPr/>
      <dgm:t>
        <a:bodyPr/>
        <a:lstStyle/>
        <a:p>
          <a:endParaRPr lang="en-US"/>
        </a:p>
      </dgm:t>
    </dgm:pt>
    <dgm:pt modelId="{3307626D-82D4-4A99-B656-CFDAABD13B7F}">
      <dgm:prSet/>
      <dgm:spPr/>
      <dgm:t>
        <a:bodyPr/>
        <a:lstStyle/>
        <a:p>
          <a:r>
            <a:rPr lang="en-US" b="1" dirty="0" err="1"/>
            <a:t>Interfata</a:t>
          </a:r>
          <a:r>
            <a:rPr lang="en-US" b="1" dirty="0"/>
            <a:t> (</a:t>
          </a:r>
          <a:r>
            <a:rPr lang="en-US" b="1" dirty="0" err="1"/>
            <a:t>gpio.h</a:t>
          </a:r>
          <a:r>
            <a:rPr lang="en-US" b="1" dirty="0"/>
            <a:t>)</a:t>
          </a:r>
          <a:endParaRPr lang="en-US" dirty="0"/>
        </a:p>
      </dgm:t>
    </dgm:pt>
    <dgm:pt modelId="{F92FA62B-F0A1-4361-A885-4E36FA870EB0}" type="parTrans" cxnId="{F46EC566-F30C-40DC-8239-B8F9FCAAE32C}">
      <dgm:prSet/>
      <dgm:spPr/>
      <dgm:t>
        <a:bodyPr/>
        <a:lstStyle/>
        <a:p>
          <a:endParaRPr lang="en-US"/>
        </a:p>
      </dgm:t>
    </dgm:pt>
    <dgm:pt modelId="{0ECEA6CD-323E-491D-B366-8DEE66DD55BC}" type="sibTrans" cxnId="{F46EC566-F30C-40DC-8239-B8F9FCAAE32C}">
      <dgm:prSet/>
      <dgm:spPr/>
      <dgm:t>
        <a:bodyPr/>
        <a:lstStyle/>
        <a:p>
          <a:endParaRPr lang="en-US"/>
        </a:p>
      </dgm:t>
    </dgm:pt>
    <dgm:pt modelId="{1909851C-B1DF-4DE7-B333-8046285C35A5}">
      <dgm:prSet/>
      <dgm:spPr/>
      <dgm:t>
        <a:bodyPr/>
        <a:lstStyle/>
        <a:p>
          <a:r>
            <a:rPr lang="en-US"/>
            <a:t>namespace GPIO { void configure(...); }</a:t>
          </a:r>
        </a:p>
      </dgm:t>
    </dgm:pt>
    <dgm:pt modelId="{26E84FC9-F219-4921-88FA-E724A469C9FF}" type="parTrans" cxnId="{349DA3A9-402E-47F9-A161-D08132349002}">
      <dgm:prSet/>
      <dgm:spPr/>
      <dgm:t>
        <a:bodyPr/>
        <a:lstStyle/>
        <a:p>
          <a:endParaRPr lang="en-US"/>
        </a:p>
      </dgm:t>
    </dgm:pt>
    <dgm:pt modelId="{3F3D2458-225F-45AA-BAED-A57415F73C35}" type="sibTrans" cxnId="{349DA3A9-402E-47F9-A161-D08132349002}">
      <dgm:prSet/>
      <dgm:spPr/>
      <dgm:t>
        <a:bodyPr/>
        <a:lstStyle/>
        <a:p>
          <a:endParaRPr lang="en-US"/>
        </a:p>
      </dgm:t>
    </dgm:pt>
    <dgm:pt modelId="{B283AD52-54BB-4E1E-AA69-479560A791A9}">
      <dgm:prSet/>
      <dgm:spPr/>
      <dgm:t>
        <a:bodyPr/>
        <a:lstStyle/>
        <a:p>
          <a:r>
            <a:rPr lang="en-US" b="1"/>
            <a:t>Backend (Selectabil CMake)</a:t>
          </a:r>
          <a:endParaRPr lang="en-US"/>
        </a:p>
      </dgm:t>
    </dgm:pt>
    <dgm:pt modelId="{89CAA1F4-8B4A-44A5-861A-A01C23D7E1BA}" type="parTrans" cxnId="{F1854C44-0DFB-483B-8C10-454ACF2BD4B7}">
      <dgm:prSet/>
      <dgm:spPr/>
      <dgm:t>
        <a:bodyPr/>
        <a:lstStyle/>
        <a:p>
          <a:endParaRPr lang="en-US"/>
        </a:p>
      </dgm:t>
    </dgm:pt>
    <dgm:pt modelId="{64D9478C-6FAF-4E73-AFD7-CAA28E0C6E66}" type="sibTrans" cxnId="{F1854C44-0DFB-483B-8C10-454ACF2BD4B7}">
      <dgm:prSet/>
      <dgm:spPr/>
      <dgm:t>
        <a:bodyPr/>
        <a:lstStyle/>
        <a:p>
          <a:endParaRPr lang="en-US"/>
        </a:p>
      </dgm:t>
    </dgm:pt>
    <dgm:pt modelId="{DF91D536-B353-4B85-9128-8131003EC699}">
      <dgm:prSet/>
      <dgm:spPr/>
      <dgm:t>
        <a:bodyPr/>
        <a:lstStyle/>
        <a:p>
          <a:r>
            <a:rPr lang="en-US" dirty="0"/>
            <a:t>MOCK (gpio_mock.cpp): </a:t>
          </a:r>
          <a:r>
            <a:rPr lang="en-US" dirty="0" err="1"/>
            <a:t>cout</a:t>
          </a:r>
          <a:r>
            <a:rPr lang="en-US" dirty="0"/>
            <a:t> &lt;&lt; "PB12 Input"</a:t>
          </a:r>
        </a:p>
      </dgm:t>
    </dgm:pt>
    <dgm:pt modelId="{8A040077-2959-41DE-9FDA-BE6FACF8CD81}" type="parTrans" cxnId="{D0AD0D6C-313A-4838-80E5-40C208AB5927}">
      <dgm:prSet/>
      <dgm:spPr/>
      <dgm:t>
        <a:bodyPr/>
        <a:lstStyle/>
        <a:p>
          <a:endParaRPr lang="en-US"/>
        </a:p>
      </dgm:t>
    </dgm:pt>
    <dgm:pt modelId="{B19EAA08-0A19-4EDF-8044-2AF1CB31903A}" type="sibTrans" cxnId="{D0AD0D6C-313A-4838-80E5-40C208AB5927}">
      <dgm:prSet/>
      <dgm:spPr/>
      <dgm:t>
        <a:bodyPr/>
        <a:lstStyle/>
        <a:p>
          <a:endParaRPr lang="en-US"/>
        </a:p>
      </dgm:t>
    </dgm:pt>
    <dgm:pt modelId="{B6FAB144-86A4-4E70-B837-12D093F43DE3}">
      <dgm:prSet/>
      <dgm:spPr/>
      <dgm:t>
        <a:bodyPr/>
        <a:lstStyle/>
        <a:p>
          <a:r>
            <a:rPr lang="en-US" dirty="0"/>
            <a:t>TARGET (gpio_target.cpp): </a:t>
          </a:r>
          <a:r>
            <a:rPr lang="en-US" dirty="0" err="1"/>
            <a:t>modificare</a:t>
          </a:r>
          <a:r>
            <a:rPr lang="en-US" dirty="0"/>
            <a:t> bit</a:t>
          </a:r>
        </a:p>
      </dgm:t>
    </dgm:pt>
    <dgm:pt modelId="{AABCF712-15E9-4167-B1B2-0F2A5CAF6969}" type="parTrans" cxnId="{80F7B5CA-A0FC-4D8B-A639-A3718EC48F99}">
      <dgm:prSet/>
      <dgm:spPr/>
      <dgm:t>
        <a:bodyPr/>
        <a:lstStyle/>
        <a:p>
          <a:endParaRPr lang="en-US"/>
        </a:p>
      </dgm:t>
    </dgm:pt>
    <dgm:pt modelId="{60AE9BD2-97C6-48BF-A5BF-DF259CFCF2EF}" type="sibTrans" cxnId="{80F7B5CA-A0FC-4D8B-A639-A3718EC48F99}">
      <dgm:prSet/>
      <dgm:spPr/>
      <dgm:t>
        <a:bodyPr/>
        <a:lstStyle/>
        <a:p>
          <a:endParaRPr lang="en-US"/>
        </a:p>
      </dgm:t>
    </dgm:pt>
    <dgm:pt modelId="{7C3A6E1E-24B1-4946-AAB0-77640856FFC9}" type="pres">
      <dgm:prSet presAssocID="{369ACBC7-FF8E-4B36-B9AD-8DE40E328B34}" presName="linear" presStyleCnt="0">
        <dgm:presLayoutVars>
          <dgm:animLvl val="lvl"/>
          <dgm:resizeHandles val="exact"/>
        </dgm:presLayoutVars>
      </dgm:prSet>
      <dgm:spPr/>
    </dgm:pt>
    <dgm:pt modelId="{BB0D2AA7-2C4D-4B23-8641-86881834473B}" type="pres">
      <dgm:prSet presAssocID="{91D7295B-83CD-4E1F-9981-005C1FC8D2E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F388B46-0FB5-4A42-BAB9-B403570E249E}" type="pres">
      <dgm:prSet presAssocID="{91D7295B-83CD-4E1F-9981-005C1FC8D2E8}" presName="childText" presStyleLbl="revTx" presStyleIdx="0" presStyleCnt="3">
        <dgm:presLayoutVars>
          <dgm:bulletEnabled val="1"/>
        </dgm:presLayoutVars>
      </dgm:prSet>
      <dgm:spPr/>
    </dgm:pt>
    <dgm:pt modelId="{B9F3875D-4362-4941-BE45-F9809D28D37E}" type="pres">
      <dgm:prSet presAssocID="{3307626D-82D4-4A99-B656-CFDAABD13B7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694D832-00D8-417E-B3A3-AB526FD24097}" type="pres">
      <dgm:prSet presAssocID="{3307626D-82D4-4A99-B656-CFDAABD13B7F}" presName="childText" presStyleLbl="revTx" presStyleIdx="1" presStyleCnt="3">
        <dgm:presLayoutVars>
          <dgm:bulletEnabled val="1"/>
        </dgm:presLayoutVars>
      </dgm:prSet>
      <dgm:spPr/>
    </dgm:pt>
    <dgm:pt modelId="{251CC551-3E81-4A71-B751-2109E1784470}" type="pres">
      <dgm:prSet presAssocID="{B283AD52-54BB-4E1E-AA69-479560A791A9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6E5B4BFB-54B2-435C-9216-88AB6ACFA87A}" type="pres">
      <dgm:prSet presAssocID="{B283AD52-54BB-4E1E-AA69-479560A791A9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FF3AC610-32A1-4E1F-9EB5-C3AEA83C6DA3}" type="presOf" srcId="{B283AD52-54BB-4E1E-AA69-479560A791A9}" destId="{251CC551-3E81-4A71-B751-2109E1784470}" srcOrd="0" destOrd="0" presId="urn:microsoft.com/office/officeart/2005/8/layout/vList2"/>
    <dgm:cxn modelId="{D4CF411F-F955-4B33-92D9-C4FB033AA96A}" type="presOf" srcId="{DF91D536-B353-4B85-9128-8131003EC699}" destId="{6E5B4BFB-54B2-435C-9216-88AB6ACFA87A}" srcOrd="0" destOrd="0" presId="urn:microsoft.com/office/officeart/2005/8/layout/vList2"/>
    <dgm:cxn modelId="{58D10827-6478-4E12-BEFE-6C4AC0755449}" type="presOf" srcId="{91D7295B-83CD-4E1F-9981-005C1FC8D2E8}" destId="{BB0D2AA7-2C4D-4B23-8641-86881834473B}" srcOrd="0" destOrd="0" presId="urn:microsoft.com/office/officeart/2005/8/layout/vList2"/>
    <dgm:cxn modelId="{5415BE2A-FFE3-4D41-9B7A-1954F8C59D04}" srcId="{91D7295B-83CD-4E1F-9981-005C1FC8D2E8}" destId="{427321DC-9D65-41B5-B769-2CEA486746FC}" srcOrd="0" destOrd="0" parTransId="{646E7E18-2A13-4464-8076-4D907A97BEC5}" sibTransId="{54C63A56-54EA-444E-A70C-1DED3EEDAA63}"/>
    <dgm:cxn modelId="{0A21FE3C-C33F-448D-ADEB-39FEB3E37762}" type="presOf" srcId="{B6FAB144-86A4-4E70-B837-12D093F43DE3}" destId="{6E5B4BFB-54B2-435C-9216-88AB6ACFA87A}" srcOrd="0" destOrd="1" presId="urn:microsoft.com/office/officeart/2005/8/layout/vList2"/>
    <dgm:cxn modelId="{F1854C44-0DFB-483B-8C10-454ACF2BD4B7}" srcId="{369ACBC7-FF8E-4B36-B9AD-8DE40E328B34}" destId="{B283AD52-54BB-4E1E-AA69-479560A791A9}" srcOrd="2" destOrd="0" parTransId="{89CAA1F4-8B4A-44A5-861A-A01C23D7E1BA}" sibTransId="{64D9478C-6FAF-4E73-AFD7-CAA28E0C6E66}"/>
    <dgm:cxn modelId="{F46EC566-F30C-40DC-8239-B8F9FCAAE32C}" srcId="{369ACBC7-FF8E-4B36-B9AD-8DE40E328B34}" destId="{3307626D-82D4-4A99-B656-CFDAABD13B7F}" srcOrd="1" destOrd="0" parTransId="{F92FA62B-F0A1-4361-A885-4E36FA870EB0}" sibTransId="{0ECEA6CD-323E-491D-B366-8DEE66DD55BC}"/>
    <dgm:cxn modelId="{D0AD0D6C-313A-4838-80E5-40C208AB5927}" srcId="{B283AD52-54BB-4E1E-AA69-479560A791A9}" destId="{DF91D536-B353-4B85-9128-8131003EC699}" srcOrd="0" destOrd="0" parTransId="{8A040077-2959-41DE-9FDA-BE6FACF8CD81}" sibTransId="{B19EAA08-0A19-4EDF-8044-2AF1CB31903A}"/>
    <dgm:cxn modelId="{C46C417B-68A0-42E9-9EA7-41452E79D8B5}" type="presOf" srcId="{1909851C-B1DF-4DE7-B333-8046285C35A5}" destId="{5694D832-00D8-417E-B3A3-AB526FD24097}" srcOrd="0" destOrd="0" presId="urn:microsoft.com/office/officeart/2005/8/layout/vList2"/>
    <dgm:cxn modelId="{349DA3A9-402E-47F9-A161-D08132349002}" srcId="{3307626D-82D4-4A99-B656-CFDAABD13B7F}" destId="{1909851C-B1DF-4DE7-B333-8046285C35A5}" srcOrd="0" destOrd="0" parTransId="{26E84FC9-F219-4921-88FA-E724A469C9FF}" sibTransId="{3F3D2458-225F-45AA-BAED-A57415F73C35}"/>
    <dgm:cxn modelId="{AF7469BB-A1E2-48BB-9B92-D79DF962CE95}" type="presOf" srcId="{369ACBC7-FF8E-4B36-B9AD-8DE40E328B34}" destId="{7C3A6E1E-24B1-4946-AAB0-77640856FFC9}" srcOrd="0" destOrd="0" presId="urn:microsoft.com/office/officeart/2005/8/layout/vList2"/>
    <dgm:cxn modelId="{80F7B5CA-A0FC-4D8B-A639-A3718EC48F99}" srcId="{B283AD52-54BB-4E1E-AA69-479560A791A9}" destId="{B6FAB144-86A4-4E70-B837-12D093F43DE3}" srcOrd="1" destOrd="0" parTransId="{AABCF712-15E9-4167-B1B2-0F2A5CAF6969}" sibTransId="{60AE9BD2-97C6-48BF-A5BF-DF259CFCF2EF}"/>
    <dgm:cxn modelId="{B0F950DE-D224-4FA1-B5C6-73593C25E62B}" srcId="{369ACBC7-FF8E-4B36-B9AD-8DE40E328B34}" destId="{91D7295B-83CD-4E1F-9981-005C1FC8D2E8}" srcOrd="0" destOrd="0" parTransId="{3087BC45-A50F-455A-B12E-EF564B2EA250}" sibTransId="{6CB211A3-CDBF-4DC6-8B9B-563E4F58ED95}"/>
    <dgm:cxn modelId="{DC4F1EE4-486C-45F1-ACE0-28276EBA7159}" type="presOf" srcId="{3307626D-82D4-4A99-B656-CFDAABD13B7F}" destId="{B9F3875D-4362-4941-BE45-F9809D28D37E}" srcOrd="0" destOrd="0" presId="urn:microsoft.com/office/officeart/2005/8/layout/vList2"/>
    <dgm:cxn modelId="{1BB7E0FD-83E9-48C5-A0B8-D71671495890}" type="presOf" srcId="{427321DC-9D65-41B5-B769-2CEA486746FC}" destId="{8F388B46-0FB5-4A42-BAB9-B403570E249E}" srcOrd="0" destOrd="0" presId="urn:microsoft.com/office/officeart/2005/8/layout/vList2"/>
    <dgm:cxn modelId="{6D5EEFD2-7D00-461A-9431-FAA57E374792}" type="presParOf" srcId="{7C3A6E1E-24B1-4946-AAB0-77640856FFC9}" destId="{BB0D2AA7-2C4D-4B23-8641-86881834473B}" srcOrd="0" destOrd="0" presId="urn:microsoft.com/office/officeart/2005/8/layout/vList2"/>
    <dgm:cxn modelId="{7FB8FD3A-D075-41E9-A347-D27C37C55C72}" type="presParOf" srcId="{7C3A6E1E-24B1-4946-AAB0-77640856FFC9}" destId="{8F388B46-0FB5-4A42-BAB9-B403570E249E}" srcOrd="1" destOrd="0" presId="urn:microsoft.com/office/officeart/2005/8/layout/vList2"/>
    <dgm:cxn modelId="{B5436F4C-3207-437F-84CF-39F8015BD1DF}" type="presParOf" srcId="{7C3A6E1E-24B1-4946-AAB0-77640856FFC9}" destId="{B9F3875D-4362-4941-BE45-F9809D28D37E}" srcOrd="2" destOrd="0" presId="urn:microsoft.com/office/officeart/2005/8/layout/vList2"/>
    <dgm:cxn modelId="{0AB710DF-DE72-477E-AE29-A451449C0C1A}" type="presParOf" srcId="{7C3A6E1E-24B1-4946-AAB0-77640856FFC9}" destId="{5694D832-00D8-417E-B3A3-AB526FD24097}" srcOrd="3" destOrd="0" presId="urn:microsoft.com/office/officeart/2005/8/layout/vList2"/>
    <dgm:cxn modelId="{7FB18F4E-68A7-45A3-BB36-D0F60FD88325}" type="presParOf" srcId="{7C3A6E1E-24B1-4946-AAB0-77640856FFC9}" destId="{251CC551-3E81-4A71-B751-2109E1784470}" srcOrd="4" destOrd="0" presId="urn:microsoft.com/office/officeart/2005/8/layout/vList2"/>
    <dgm:cxn modelId="{F1142201-04B2-484F-AA1B-C11ADE4C5620}" type="presParOf" srcId="{7C3A6E1E-24B1-4946-AAB0-77640856FFC9}" destId="{6E5B4BFB-54B2-435C-9216-88AB6ACFA87A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8E9A782-A29E-4ABA-AF31-598DC6BCC486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08F6510-CE68-40C2-BF82-56391057790E}">
      <dgm:prSet/>
      <dgm:spPr/>
      <dgm:t>
        <a:bodyPr/>
        <a:lstStyle/>
        <a:p>
          <a:r>
            <a:rPr lang="en-US" b="1" dirty="0"/>
            <a:t>Rol:</a:t>
          </a:r>
          <a:r>
            <a:rPr lang="en-US" dirty="0"/>
            <a:t> </a:t>
          </a:r>
          <a:r>
            <a:rPr lang="en-US" dirty="0" err="1"/>
            <a:t>Validare</a:t>
          </a:r>
          <a:r>
            <a:rPr lang="en-US" dirty="0"/>
            <a:t> </a:t>
          </a:r>
          <a:r>
            <a:rPr lang="en-US" dirty="0" err="1"/>
            <a:t>logica</a:t>
          </a:r>
          <a:r>
            <a:rPr lang="en-US" dirty="0"/>
            <a:t> </a:t>
          </a:r>
          <a:r>
            <a:rPr lang="en-US" dirty="0" err="1"/>
            <a:t>rapida</a:t>
          </a:r>
          <a:r>
            <a:rPr lang="en-US" dirty="0"/>
            <a:t> </a:t>
          </a:r>
          <a:r>
            <a:rPr lang="en-US" dirty="0" err="1"/>
            <a:t>si</a:t>
          </a:r>
          <a:r>
            <a:rPr lang="en-US" dirty="0"/>
            <a:t> </a:t>
          </a:r>
          <a:r>
            <a:rPr lang="en-US" dirty="0" err="1"/>
            <a:t>v</a:t>
          </a:r>
          <a:r>
            <a:rPr lang="en-US" b="0" dirty="0" err="1"/>
            <a:t>erificarea</a:t>
          </a:r>
          <a:r>
            <a:rPr lang="en-US" b="0" dirty="0"/>
            <a:t> </a:t>
          </a:r>
          <a:r>
            <a:rPr lang="en-US" b="0" dirty="0" err="1"/>
            <a:t>corectitudinii</a:t>
          </a:r>
          <a:r>
            <a:rPr lang="en-US" dirty="0"/>
            <a:t>.</a:t>
          </a:r>
        </a:p>
      </dgm:t>
    </dgm:pt>
    <dgm:pt modelId="{B7D2764D-1C6F-456F-9EA4-4EECA86189F4}" type="parTrans" cxnId="{D71C1F2A-6511-4FD3-BED8-540F6FC82252}">
      <dgm:prSet/>
      <dgm:spPr/>
      <dgm:t>
        <a:bodyPr/>
        <a:lstStyle/>
        <a:p>
          <a:endParaRPr lang="en-US"/>
        </a:p>
      </dgm:t>
    </dgm:pt>
    <dgm:pt modelId="{C7BAB79E-8084-40A0-A4CD-8455769BB8CF}" type="sibTrans" cxnId="{D71C1F2A-6511-4FD3-BED8-540F6FC82252}">
      <dgm:prSet/>
      <dgm:spPr/>
      <dgm:t>
        <a:bodyPr/>
        <a:lstStyle/>
        <a:p>
          <a:endParaRPr lang="en-US"/>
        </a:p>
      </dgm:t>
    </dgm:pt>
    <dgm:pt modelId="{9A14DD70-994F-4CEE-B0CF-A88FEBBD5623}">
      <dgm:prSet/>
      <dgm:spPr/>
      <dgm:t>
        <a:bodyPr/>
        <a:lstStyle/>
        <a:p>
          <a:r>
            <a:rPr lang="en-US" b="1" dirty="0" err="1"/>
            <a:t>Mecanism</a:t>
          </a:r>
          <a:r>
            <a:rPr lang="en-US" b="1" dirty="0"/>
            <a:t>:</a:t>
          </a:r>
          <a:r>
            <a:rPr lang="en-US" dirty="0"/>
            <a:t> </a:t>
          </a:r>
          <a:r>
            <a:rPr lang="en-US" dirty="0" err="1"/>
            <a:t>Stocheaza</a:t>
          </a:r>
          <a:r>
            <a:rPr lang="en-US" dirty="0"/>
            <a:t> </a:t>
          </a:r>
          <a:r>
            <a:rPr lang="en-US" dirty="0" err="1"/>
            <a:t>starea</a:t>
          </a:r>
          <a:r>
            <a:rPr lang="en-US" dirty="0"/>
            <a:t> </a:t>
          </a:r>
          <a:r>
            <a:rPr lang="en-US" dirty="0" err="1"/>
            <a:t>pinilor</a:t>
          </a:r>
          <a:r>
            <a:rPr lang="en-US" dirty="0"/>
            <a:t> (Low/High) </a:t>
          </a:r>
          <a:r>
            <a:rPr lang="en-US" dirty="0" err="1"/>
            <a:t>în</a:t>
          </a:r>
          <a:r>
            <a:rPr lang="en-US" dirty="0"/>
            <a:t> </a:t>
          </a:r>
          <a:r>
            <a:rPr lang="en-US" dirty="0" err="1"/>
            <a:t>memorie</a:t>
          </a:r>
          <a:r>
            <a:rPr lang="en-US" dirty="0"/>
            <a:t> (std::map).</a:t>
          </a:r>
        </a:p>
      </dgm:t>
    </dgm:pt>
    <dgm:pt modelId="{22156739-0BB8-44E4-8F8A-92C066DB605B}" type="parTrans" cxnId="{F11E7484-014C-4134-962A-759F7D67CDA6}">
      <dgm:prSet/>
      <dgm:spPr/>
      <dgm:t>
        <a:bodyPr/>
        <a:lstStyle/>
        <a:p>
          <a:endParaRPr lang="en-US"/>
        </a:p>
      </dgm:t>
    </dgm:pt>
    <dgm:pt modelId="{8A77A94C-2F07-48B3-B40E-3F96AF519ABC}" type="sibTrans" cxnId="{F11E7484-014C-4134-962A-759F7D67CDA6}">
      <dgm:prSet/>
      <dgm:spPr/>
      <dgm:t>
        <a:bodyPr/>
        <a:lstStyle/>
        <a:p>
          <a:endParaRPr lang="en-US"/>
        </a:p>
      </dgm:t>
    </dgm:pt>
    <dgm:pt modelId="{1FE5BB63-AD49-47E2-832C-9C6B9D0CAAF4}">
      <dgm:prSet/>
      <dgm:spPr/>
      <dgm:t>
        <a:bodyPr/>
        <a:lstStyle/>
        <a:p>
          <a:r>
            <a:rPr lang="en-US" b="1" dirty="0"/>
            <a:t>Output:</a:t>
          </a:r>
          <a:r>
            <a:rPr lang="en-US" dirty="0"/>
            <a:t> </a:t>
          </a:r>
          <a:r>
            <a:rPr lang="en-US" dirty="0" err="1"/>
            <a:t>Afisare</a:t>
          </a:r>
          <a:r>
            <a:rPr lang="en-US" dirty="0"/>
            <a:t> </a:t>
          </a:r>
          <a:r>
            <a:rPr lang="en-US" dirty="0" err="1"/>
            <a:t>în</a:t>
          </a:r>
          <a:r>
            <a:rPr lang="en-US" dirty="0"/>
            <a:t> </a:t>
          </a:r>
          <a:r>
            <a:rPr lang="en-US" dirty="0" err="1"/>
            <a:t>consola</a:t>
          </a:r>
          <a:r>
            <a:rPr lang="en-US" dirty="0"/>
            <a:t> </a:t>
          </a:r>
          <a:r>
            <a:rPr lang="en-US" dirty="0" err="1"/>
            <a:t>pentru</a:t>
          </a:r>
          <a:r>
            <a:rPr lang="en-US" dirty="0"/>
            <a:t> </a:t>
          </a:r>
          <a:r>
            <a:rPr lang="en-US" dirty="0" err="1"/>
            <a:t>fiecare</a:t>
          </a:r>
          <a:r>
            <a:rPr lang="en-US" dirty="0"/>
            <a:t> </a:t>
          </a:r>
          <a:r>
            <a:rPr lang="en-US" dirty="0" err="1"/>
            <a:t>operatie</a:t>
          </a:r>
          <a:r>
            <a:rPr lang="en-US" dirty="0"/>
            <a:t>.</a:t>
          </a:r>
        </a:p>
      </dgm:t>
    </dgm:pt>
    <dgm:pt modelId="{ADE0E697-BBA9-41BC-8834-38D26A91E244}" type="parTrans" cxnId="{34ECBE1D-4206-46DB-ABD4-42A7851ADC22}">
      <dgm:prSet/>
      <dgm:spPr/>
      <dgm:t>
        <a:bodyPr/>
        <a:lstStyle/>
        <a:p>
          <a:endParaRPr lang="en-US"/>
        </a:p>
      </dgm:t>
    </dgm:pt>
    <dgm:pt modelId="{72312B2A-0321-4BEB-B3B7-58FAB09AF5E5}" type="sibTrans" cxnId="{34ECBE1D-4206-46DB-ABD4-42A7851ADC22}">
      <dgm:prSet/>
      <dgm:spPr/>
      <dgm:t>
        <a:bodyPr/>
        <a:lstStyle/>
        <a:p>
          <a:endParaRPr lang="en-US"/>
        </a:p>
      </dgm:t>
    </dgm:pt>
    <dgm:pt modelId="{1C6363E8-0A71-4979-B6CE-B9CD9348F4AE}">
      <dgm:prSet/>
      <dgm:spPr/>
      <dgm:t>
        <a:bodyPr/>
        <a:lstStyle/>
        <a:p>
          <a:r>
            <a:rPr lang="en-US" i="1" dirty="0" err="1"/>
            <a:t>Beneficiu</a:t>
          </a:r>
          <a:r>
            <a:rPr lang="en-US" i="1" dirty="0"/>
            <a:t>:</a:t>
          </a:r>
          <a:r>
            <a:rPr lang="en-US" dirty="0"/>
            <a:t> </a:t>
          </a:r>
          <a:r>
            <a:rPr lang="en-US" dirty="0" err="1"/>
            <a:t>Permite</a:t>
          </a:r>
          <a:r>
            <a:rPr lang="en-US" dirty="0"/>
            <a:t> </a:t>
          </a:r>
          <a:r>
            <a:rPr lang="en-US" dirty="0" err="1"/>
            <a:t>detectarea</a:t>
          </a:r>
          <a:r>
            <a:rPr lang="en-US" dirty="0"/>
            <a:t> </a:t>
          </a:r>
          <a:r>
            <a:rPr lang="en-US" dirty="0" err="1"/>
            <a:t>erorilor</a:t>
          </a:r>
          <a:r>
            <a:rPr lang="en-US" dirty="0"/>
            <a:t> de </a:t>
          </a:r>
          <a:r>
            <a:rPr lang="en-US" dirty="0" err="1"/>
            <a:t>logica</a:t>
          </a:r>
          <a:r>
            <a:rPr lang="en-US" dirty="0"/>
            <a:t> </a:t>
          </a:r>
          <a:r>
            <a:rPr lang="en-US" dirty="0" err="1"/>
            <a:t>inainte</a:t>
          </a:r>
          <a:r>
            <a:rPr lang="en-US" dirty="0"/>
            <a:t> ca </a:t>
          </a:r>
          <a:r>
            <a:rPr lang="en-US" dirty="0" err="1"/>
            <a:t>placa</a:t>
          </a:r>
          <a:r>
            <a:rPr lang="en-US" dirty="0"/>
            <a:t> hardware </a:t>
          </a:r>
          <a:r>
            <a:rPr lang="en-US" dirty="0" err="1"/>
            <a:t>sa</a:t>
          </a:r>
          <a:r>
            <a:rPr lang="en-US" dirty="0"/>
            <a:t> fie </a:t>
          </a:r>
          <a:r>
            <a:rPr lang="en-US" dirty="0" err="1"/>
            <a:t>utilizata</a:t>
          </a:r>
          <a:r>
            <a:rPr lang="en-US" dirty="0"/>
            <a:t>.</a:t>
          </a:r>
        </a:p>
      </dgm:t>
    </dgm:pt>
    <dgm:pt modelId="{AB792ABF-37B9-4F3C-A26F-6DC395766350}" type="parTrans" cxnId="{2379EE73-5A6C-4DC7-A455-33B1F147FA5B}">
      <dgm:prSet/>
      <dgm:spPr/>
      <dgm:t>
        <a:bodyPr/>
        <a:lstStyle/>
        <a:p>
          <a:endParaRPr lang="en-US"/>
        </a:p>
      </dgm:t>
    </dgm:pt>
    <dgm:pt modelId="{21E7C737-DA42-4118-9ED8-B6238CBB69B2}" type="sibTrans" cxnId="{2379EE73-5A6C-4DC7-A455-33B1F147FA5B}">
      <dgm:prSet/>
      <dgm:spPr/>
      <dgm:t>
        <a:bodyPr/>
        <a:lstStyle/>
        <a:p>
          <a:endParaRPr lang="en-US"/>
        </a:p>
      </dgm:t>
    </dgm:pt>
    <dgm:pt modelId="{8A68FCE3-1C6D-4811-94AC-C6A953BE2418}" type="pres">
      <dgm:prSet presAssocID="{98E9A782-A29E-4ABA-AF31-598DC6BCC486}" presName="vert0" presStyleCnt="0">
        <dgm:presLayoutVars>
          <dgm:dir/>
          <dgm:animOne val="branch"/>
          <dgm:animLvl val="lvl"/>
        </dgm:presLayoutVars>
      </dgm:prSet>
      <dgm:spPr/>
    </dgm:pt>
    <dgm:pt modelId="{FECA6D46-54A7-4734-97EA-AA3A59391035}" type="pres">
      <dgm:prSet presAssocID="{A08F6510-CE68-40C2-BF82-56391057790E}" presName="thickLine" presStyleLbl="alignNode1" presStyleIdx="0" presStyleCnt="4"/>
      <dgm:spPr/>
    </dgm:pt>
    <dgm:pt modelId="{21D98527-8B73-4791-81CC-F203AA623329}" type="pres">
      <dgm:prSet presAssocID="{A08F6510-CE68-40C2-BF82-56391057790E}" presName="horz1" presStyleCnt="0"/>
      <dgm:spPr/>
    </dgm:pt>
    <dgm:pt modelId="{6870E8FF-91C3-44D8-AAF7-E251265C3DA2}" type="pres">
      <dgm:prSet presAssocID="{A08F6510-CE68-40C2-BF82-56391057790E}" presName="tx1" presStyleLbl="revTx" presStyleIdx="0" presStyleCnt="4"/>
      <dgm:spPr/>
    </dgm:pt>
    <dgm:pt modelId="{14847FEE-D4E3-4514-A3FB-39C3BB686690}" type="pres">
      <dgm:prSet presAssocID="{A08F6510-CE68-40C2-BF82-56391057790E}" presName="vert1" presStyleCnt="0"/>
      <dgm:spPr/>
    </dgm:pt>
    <dgm:pt modelId="{46616677-1A81-401C-A927-4C7CB838A832}" type="pres">
      <dgm:prSet presAssocID="{9A14DD70-994F-4CEE-B0CF-A88FEBBD5623}" presName="thickLine" presStyleLbl="alignNode1" presStyleIdx="1" presStyleCnt="4"/>
      <dgm:spPr/>
    </dgm:pt>
    <dgm:pt modelId="{07884D38-D8F7-42BF-B449-8E27EE739910}" type="pres">
      <dgm:prSet presAssocID="{9A14DD70-994F-4CEE-B0CF-A88FEBBD5623}" presName="horz1" presStyleCnt="0"/>
      <dgm:spPr/>
    </dgm:pt>
    <dgm:pt modelId="{9B1FC9E7-338E-4FDA-BD06-784784A38733}" type="pres">
      <dgm:prSet presAssocID="{9A14DD70-994F-4CEE-B0CF-A88FEBBD5623}" presName="tx1" presStyleLbl="revTx" presStyleIdx="1" presStyleCnt="4"/>
      <dgm:spPr/>
    </dgm:pt>
    <dgm:pt modelId="{F1526269-F6F3-4E72-A039-D0F41BF5DB80}" type="pres">
      <dgm:prSet presAssocID="{9A14DD70-994F-4CEE-B0CF-A88FEBBD5623}" presName="vert1" presStyleCnt="0"/>
      <dgm:spPr/>
    </dgm:pt>
    <dgm:pt modelId="{EB45D45E-4342-4B72-B1CF-46CBE7887A0D}" type="pres">
      <dgm:prSet presAssocID="{1FE5BB63-AD49-47E2-832C-9C6B9D0CAAF4}" presName="thickLine" presStyleLbl="alignNode1" presStyleIdx="2" presStyleCnt="4"/>
      <dgm:spPr/>
    </dgm:pt>
    <dgm:pt modelId="{AE915B10-2720-44DD-94BC-661194B0A147}" type="pres">
      <dgm:prSet presAssocID="{1FE5BB63-AD49-47E2-832C-9C6B9D0CAAF4}" presName="horz1" presStyleCnt="0"/>
      <dgm:spPr/>
    </dgm:pt>
    <dgm:pt modelId="{6139C1F9-E38B-4FD4-AC61-7E319142D41A}" type="pres">
      <dgm:prSet presAssocID="{1FE5BB63-AD49-47E2-832C-9C6B9D0CAAF4}" presName="tx1" presStyleLbl="revTx" presStyleIdx="2" presStyleCnt="4"/>
      <dgm:spPr/>
    </dgm:pt>
    <dgm:pt modelId="{E27D3CA1-98C7-49BB-864D-247FA74A40FC}" type="pres">
      <dgm:prSet presAssocID="{1FE5BB63-AD49-47E2-832C-9C6B9D0CAAF4}" presName="vert1" presStyleCnt="0"/>
      <dgm:spPr/>
    </dgm:pt>
    <dgm:pt modelId="{07E48808-DF1D-494D-8808-EB049950297A}" type="pres">
      <dgm:prSet presAssocID="{1C6363E8-0A71-4979-B6CE-B9CD9348F4AE}" presName="thickLine" presStyleLbl="alignNode1" presStyleIdx="3" presStyleCnt="4"/>
      <dgm:spPr/>
    </dgm:pt>
    <dgm:pt modelId="{386AB873-0328-4F31-88B5-D9D9B4599343}" type="pres">
      <dgm:prSet presAssocID="{1C6363E8-0A71-4979-B6CE-B9CD9348F4AE}" presName="horz1" presStyleCnt="0"/>
      <dgm:spPr/>
    </dgm:pt>
    <dgm:pt modelId="{674336DD-973D-4205-8CD2-7EC7E0F30338}" type="pres">
      <dgm:prSet presAssocID="{1C6363E8-0A71-4979-B6CE-B9CD9348F4AE}" presName="tx1" presStyleLbl="revTx" presStyleIdx="3" presStyleCnt="4"/>
      <dgm:spPr/>
    </dgm:pt>
    <dgm:pt modelId="{C712AB94-7BE6-4CB2-A4A4-84A57645C78D}" type="pres">
      <dgm:prSet presAssocID="{1C6363E8-0A71-4979-B6CE-B9CD9348F4AE}" presName="vert1" presStyleCnt="0"/>
      <dgm:spPr/>
    </dgm:pt>
  </dgm:ptLst>
  <dgm:cxnLst>
    <dgm:cxn modelId="{5336B70F-9A2F-4DA2-B705-200489CF0324}" type="presOf" srcId="{1FE5BB63-AD49-47E2-832C-9C6B9D0CAAF4}" destId="{6139C1F9-E38B-4FD4-AC61-7E319142D41A}" srcOrd="0" destOrd="0" presId="urn:microsoft.com/office/officeart/2008/layout/LinedList"/>
    <dgm:cxn modelId="{3EDCF511-110F-4E7B-A0BD-6E89A4736D6C}" type="presOf" srcId="{9A14DD70-994F-4CEE-B0CF-A88FEBBD5623}" destId="{9B1FC9E7-338E-4FDA-BD06-784784A38733}" srcOrd="0" destOrd="0" presId="urn:microsoft.com/office/officeart/2008/layout/LinedList"/>
    <dgm:cxn modelId="{34ECBE1D-4206-46DB-ABD4-42A7851ADC22}" srcId="{98E9A782-A29E-4ABA-AF31-598DC6BCC486}" destId="{1FE5BB63-AD49-47E2-832C-9C6B9D0CAAF4}" srcOrd="2" destOrd="0" parTransId="{ADE0E697-BBA9-41BC-8834-38D26A91E244}" sibTransId="{72312B2A-0321-4BEB-B3B7-58FAB09AF5E5}"/>
    <dgm:cxn modelId="{D71C1F2A-6511-4FD3-BED8-540F6FC82252}" srcId="{98E9A782-A29E-4ABA-AF31-598DC6BCC486}" destId="{A08F6510-CE68-40C2-BF82-56391057790E}" srcOrd="0" destOrd="0" parTransId="{B7D2764D-1C6F-456F-9EA4-4EECA86189F4}" sibTransId="{C7BAB79E-8084-40A0-A4CD-8455769BB8CF}"/>
    <dgm:cxn modelId="{210DAA30-B385-410C-8A9F-48BC0399786C}" type="presOf" srcId="{A08F6510-CE68-40C2-BF82-56391057790E}" destId="{6870E8FF-91C3-44D8-AAF7-E251265C3DA2}" srcOrd="0" destOrd="0" presId="urn:microsoft.com/office/officeart/2008/layout/LinedList"/>
    <dgm:cxn modelId="{D6256E36-975A-4CCC-B842-E5EDEB5C8B90}" type="presOf" srcId="{1C6363E8-0A71-4979-B6CE-B9CD9348F4AE}" destId="{674336DD-973D-4205-8CD2-7EC7E0F30338}" srcOrd="0" destOrd="0" presId="urn:microsoft.com/office/officeart/2008/layout/LinedList"/>
    <dgm:cxn modelId="{26AB2139-BA02-4101-B083-0F856F59594A}" type="presOf" srcId="{98E9A782-A29E-4ABA-AF31-598DC6BCC486}" destId="{8A68FCE3-1C6D-4811-94AC-C6A953BE2418}" srcOrd="0" destOrd="0" presId="urn:microsoft.com/office/officeart/2008/layout/LinedList"/>
    <dgm:cxn modelId="{2379EE73-5A6C-4DC7-A455-33B1F147FA5B}" srcId="{98E9A782-A29E-4ABA-AF31-598DC6BCC486}" destId="{1C6363E8-0A71-4979-B6CE-B9CD9348F4AE}" srcOrd="3" destOrd="0" parTransId="{AB792ABF-37B9-4F3C-A26F-6DC395766350}" sibTransId="{21E7C737-DA42-4118-9ED8-B6238CBB69B2}"/>
    <dgm:cxn modelId="{F11E7484-014C-4134-962A-759F7D67CDA6}" srcId="{98E9A782-A29E-4ABA-AF31-598DC6BCC486}" destId="{9A14DD70-994F-4CEE-B0CF-A88FEBBD5623}" srcOrd="1" destOrd="0" parTransId="{22156739-0BB8-44E4-8F8A-92C066DB605B}" sibTransId="{8A77A94C-2F07-48B3-B40E-3F96AF519ABC}"/>
    <dgm:cxn modelId="{AB67878F-4E66-40FA-BDE0-5F43FACAFABF}" type="presParOf" srcId="{8A68FCE3-1C6D-4811-94AC-C6A953BE2418}" destId="{FECA6D46-54A7-4734-97EA-AA3A59391035}" srcOrd="0" destOrd="0" presId="urn:microsoft.com/office/officeart/2008/layout/LinedList"/>
    <dgm:cxn modelId="{ACDBC525-E943-471A-A048-9AAC7DB3134F}" type="presParOf" srcId="{8A68FCE3-1C6D-4811-94AC-C6A953BE2418}" destId="{21D98527-8B73-4791-81CC-F203AA623329}" srcOrd="1" destOrd="0" presId="urn:microsoft.com/office/officeart/2008/layout/LinedList"/>
    <dgm:cxn modelId="{4484B445-E042-46EA-8B50-32F701FEFDE5}" type="presParOf" srcId="{21D98527-8B73-4791-81CC-F203AA623329}" destId="{6870E8FF-91C3-44D8-AAF7-E251265C3DA2}" srcOrd="0" destOrd="0" presId="urn:microsoft.com/office/officeart/2008/layout/LinedList"/>
    <dgm:cxn modelId="{48FE2ACB-D897-496E-9419-40C0A699A9A0}" type="presParOf" srcId="{21D98527-8B73-4791-81CC-F203AA623329}" destId="{14847FEE-D4E3-4514-A3FB-39C3BB686690}" srcOrd="1" destOrd="0" presId="urn:microsoft.com/office/officeart/2008/layout/LinedList"/>
    <dgm:cxn modelId="{ED106E78-7E86-4218-B963-FA3A349429DE}" type="presParOf" srcId="{8A68FCE3-1C6D-4811-94AC-C6A953BE2418}" destId="{46616677-1A81-401C-A927-4C7CB838A832}" srcOrd="2" destOrd="0" presId="urn:microsoft.com/office/officeart/2008/layout/LinedList"/>
    <dgm:cxn modelId="{4D4A0EDE-3CB0-4949-932F-4ACA38F75AB2}" type="presParOf" srcId="{8A68FCE3-1C6D-4811-94AC-C6A953BE2418}" destId="{07884D38-D8F7-42BF-B449-8E27EE739910}" srcOrd="3" destOrd="0" presId="urn:microsoft.com/office/officeart/2008/layout/LinedList"/>
    <dgm:cxn modelId="{77243B60-4B61-4133-BF4E-F29FE5AE6239}" type="presParOf" srcId="{07884D38-D8F7-42BF-B449-8E27EE739910}" destId="{9B1FC9E7-338E-4FDA-BD06-784784A38733}" srcOrd="0" destOrd="0" presId="urn:microsoft.com/office/officeart/2008/layout/LinedList"/>
    <dgm:cxn modelId="{0F9E894B-57F8-4667-AD3E-D10B4570786E}" type="presParOf" srcId="{07884D38-D8F7-42BF-B449-8E27EE739910}" destId="{F1526269-F6F3-4E72-A039-D0F41BF5DB80}" srcOrd="1" destOrd="0" presId="urn:microsoft.com/office/officeart/2008/layout/LinedList"/>
    <dgm:cxn modelId="{55E5C0F8-9EF4-4F29-965C-ECDDDE283BDF}" type="presParOf" srcId="{8A68FCE3-1C6D-4811-94AC-C6A953BE2418}" destId="{EB45D45E-4342-4B72-B1CF-46CBE7887A0D}" srcOrd="4" destOrd="0" presId="urn:microsoft.com/office/officeart/2008/layout/LinedList"/>
    <dgm:cxn modelId="{24787640-7BE5-45F0-B807-5DAC7C72B055}" type="presParOf" srcId="{8A68FCE3-1C6D-4811-94AC-C6A953BE2418}" destId="{AE915B10-2720-44DD-94BC-661194B0A147}" srcOrd="5" destOrd="0" presId="urn:microsoft.com/office/officeart/2008/layout/LinedList"/>
    <dgm:cxn modelId="{385EC3E1-302E-4189-A281-B7F2096EDA29}" type="presParOf" srcId="{AE915B10-2720-44DD-94BC-661194B0A147}" destId="{6139C1F9-E38B-4FD4-AC61-7E319142D41A}" srcOrd="0" destOrd="0" presId="urn:microsoft.com/office/officeart/2008/layout/LinedList"/>
    <dgm:cxn modelId="{7C3FEBC2-571E-448A-A0CF-D0FBB0F943C0}" type="presParOf" srcId="{AE915B10-2720-44DD-94BC-661194B0A147}" destId="{E27D3CA1-98C7-49BB-864D-247FA74A40FC}" srcOrd="1" destOrd="0" presId="urn:microsoft.com/office/officeart/2008/layout/LinedList"/>
    <dgm:cxn modelId="{79B12F00-90A4-4266-9435-7DA008C013C1}" type="presParOf" srcId="{8A68FCE3-1C6D-4811-94AC-C6A953BE2418}" destId="{07E48808-DF1D-494D-8808-EB049950297A}" srcOrd="6" destOrd="0" presId="urn:microsoft.com/office/officeart/2008/layout/LinedList"/>
    <dgm:cxn modelId="{1DF12BFC-9380-4A8B-B016-DF49FB8698AF}" type="presParOf" srcId="{8A68FCE3-1C6D-4811-94AC-C6A953BE2418}" destId="{386AB873-0328-4F31-88B5-D9D9B4599343}" srcOrd="7" destOrd="0" presId="urn:microsoft.com/office/officeart/2008/layout/LinedList"/>
    <dgm:cxn modelId="{CB38C666-9083-4350-879F-1B68E9EA6C50}" type="presParOf" srcId="{386AB873-0328-4F31-88B5-D9D9B4599343}" destId="{674336DD-973D-4205-8CD2-7EC7E0F30338}" srcOrd="0" destOrd="0" presId="urn:microsoft.com/office/officeart/2008/layout/LinedList"/>
    <dgm:cxn modelId="{071A9716-D00C-4C8B-AF93-0751569B628D}" type="presParOf" srcId="{386AB873-0328-4F31-88B5-D9D9B4599343}" destId="{C712AB94-7BE6-4CB2-A4A4-84A57645C78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0F59F33-EAE0-46DC-8C23-C4999161785B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66C491F-BD5F-4B9D-8BA2-57B2CEE6056C}">
      <dgm:prSet/>
      <dgm:spPr/>
      <dgm:t>
        <a:bodyPr/>
        <a:lstStyle/>
        <a:p>
          <a:r>
            <a:rPr lang="en-US" b="1" dirty="0"/>
            <a:t>Control Direct Hardware:</a:t>
          </a:r>
          <a:r>
            <a:rPr lang="en-US" dirty="0"/>
            <a:t> </a:t>
          </a:r>
          <a:r>
            <a:rPr lang="en-US" dirty="0" err="1"/>
            <a:t>Acces</a:t>
          </a:r>
          <a:r>
            <a:rPr lang="en-US" dirty="0"/>
            <a:t> direct la </a:t>
          </a:r>
          <a:r>
            <a:rPr lang="en-US" dirty="0" err="1"/>
            <a:t>registri</a:t>
          </a:r>
          <a:r>
            <a:rPr lang="en-US" dirty="0"/>
            <a:t> (Memory Mapped I/O).</a:t>
          </a:r>
        </a:p>
      </dgm:t>
    </dgm:pt>
    <dgm:pt modelId="{E4870D89-1210-41E6-906B-48372194E5D7}" type="parTrans" cxnId="{8A104BA1-7DF6-4104-9998-83232774B8A6}">
      <dgm:prSet/>
      <dgm:spPr/>
      <dgm:t>
        <a:bodyPr/>
        <a:lstStyle/>
        <a:p>
          <a:endParaRPr lang="en-US"/>
        </a:p>
      </dgm:t>
    </dgm:pt>
    <dgm:pt modelId="{9DCBF935-CE8A-41F5-8FDF-AF3BC59AA3C6}" type="sibTrans" cxnId="{8A104BA1-7DF6-4104-9998-83232774B8A6}">
      <dgm:prSet/>
      <dgm:spPr/>
      <dgm:t>
        <a:bodyPr/>
        <a:lstStyle/>
        <a:p>
          <a:endParaRPr lang="en-US"/>
        </a:p>
      </dgm:t>
    </dgm:pt>
    <dgm:pt modelId="{A5B1B2CB-DBAE-40C8-8EA1-1D024BFA36FB}">
      <dgm:prSet/>
      <dgm:spPr/>
      <dgm:t>
        <a:bodyPr/>
        <a:lstStyle/>
        <a:p>
          <a:r>
            <a:rPr lang="en-US" b="1"/>
            <a:t>Flux de Configurare:</a:t>
          </a:r>
          <a:endParaRPr lang="en-US"/>
        </a:p>
      </dgm:t>
    </dgm:pt>
    <dgm:pt modelId="{48337918-1823-4A88-BDE7-215205DC2286}" type="parTrans" cxnId="{D4FEB122-805D-401E-BF14-6CDAD65E47EC}">
      <dgm:prSet/>
      <dgm:spPr/>
      <dgm:t>
        <a:bodyPr/>
        <a:lstStyle/>
        <a:p>
          <a:endParaRPr lang="en-US"/>
        </a:p>
      </dgm:t>
    </dgm:pt>
    <dgm:pt modelId="{A7AA57B2-0E9F-4D77-9D0F-9F36F9660558}" type="sibTrans" cxnId="{D4FEB122-805D-401E-BF14-6CDAD65E47EC}">
      <dgm:prSet/>
      <dgm:spPr/>
      <dgm:t>
        <a:bodyPr/>
        <a:lstStyle/>
        <a:p>
          <a:endParaRPr lang="en-US"/>
        </a:p>
      </dgm:t>
    </dgm:pt>
    <dgm:pt modelId="{E2A27C35-86E4-4149-8164-CC05BA782E5F}">
      <dgm:prSet/>
      <dgm:spPr/>
      <dgm:t>
        <a:bodyPr/>
        <a:lstStyle/>
        <a:p>
          <a:r>
            <a:rPr lang="en-US" dirty="0" err="1"/>
            <a:t>Pornire</a:t>
          </a:r>
          <a:r>
            <a:rPr lang="en-US" dirty="0"/>
            <a:t> Clock </a:t>
          </a:r>
          <a:r>
            <a:rPr lang="en-US" dirty="0" err="1"/>
            <a:t>Periferic</a:t>
          </a:r>
          <a:r>
            <a:rPr lang="en-US" dirty="0"/>
            <a:t> (PID).</a:t>
          </a:r>
        </a:p>
      </dgm:t>
    </dgm:pt>
    <dgm:pt modelId="{E1570B6B-E318-420A-9C81-EBED3260D4E0}" type="parTrans" cxnId="{76F78838-8485-4FC9-8DCD-C25C64D71006}">
      <dgm:prSet/>
      <dgm:spPr/>
      <dgm:t>
        <a:bodyPr/>
        <a:lstStyle/>
        <a:p>
          <a:endParaRPr lang="en-US"/>
        </a:p>
      </dgm:t>
    </dgm:pt>
    <dgm:pt modelId="{5322B3D8-4B5E-4D49-A15F-BBC7A2F8645F}" type="sibTrans" cxnId="{76F78838-8485-4FC9-8DCD-C25C64D71006}">
      <dgm:prSet/>
      <dgm:spPr/>
      <dgm:t>
        <a:bodyPr/>
        <a:lstStyle/>
        <a:p>
          <a:endParaRPr lang="en-US"/>
        </a:p>
      </dgm:t>
    </dgm:pt>
    <dgm:pt modelId="{63585537-E1B4-4F16-A359-CB9BBEE82BE9}">
      <dgm:prSet/>
      <dgm:spPr/>
      <dgm:t>
        <a:bodyPr/>
        <a:lstStyle/>
        <a:p>
          <a:r>
            <a:rPr lang="en-US" dirty="0" err="1"/>
            <a:t>Configurare</a:t>
          </a:r>
          <a:r>
            <a:rPr lang="en-US" dirty="0"/>
            <a:t> </a:t>
          </a:r>
          <a:r>
            <a:rPr lang="en-US" dirty="0" err="1"/>
            <a:t>Directie</a:t>
          </a:r>
          <a:r>
            <a:rPr lang="en-US" dirty="0"/>
            <a:t>/Pull-up.</a:t>
          </a:r>
        </a:p>
      </dgm:t>
    </dgm:pt>
    <dgm:pt modelId="{521AAD00-3DFD-4E7F-BC04-89BD6BE348FB}" type="parTrans" cxnId="{54224798-9735-4D33-8DE9-92F07C126B55}">
      <dgm:prSet/>
      <dgm:spPr/>
      <dgm:t>
        <a:bodyPr/>
        <a:lstStyle/>
        <a:p>
          <a:endParaRPr lang="en-US"/>
        </a:p>
      </dgm:t>
    </dgm:pt>
    <dgm:pt modelId="{8EF81E89-DF04-43DA-84EF-205B40402E61}" type="sibTrans" cxnId="{54224798-9735-4D33-8DE9-92F07C126B55}">
      <dgm:prSet/>
      <dgm:spPr/>
      <dgm:t>
        <a:bodyPr/>
        <a:lstStyle/>
        <a:p>
          <a:endParaRPr lang="en-US"/>
        </a:p>
      </dgm:t>
    </dgm:pt>
    <dgm:pt modelId="{20A0F1DE-E80E-4BB4-AC37-65F231841EC1}">
      <dgm:prSet/>
      <dgm:spPr/>
      <dgm:t>
        <a:bodyPr/>
        <a:lstStyle/>
        <a:p>
          <a:r>
            <a:rPr lang="en-US" dirty="0"/>
            <a:t>Set/Clear</a:t>
          </a:r>
        </a:p>
      </dgm:t>
    </dgm:pt>
    <dgm:pt modelId="{1F01B203-EADF-47FA-A5D1-6AA8F74C774B}" type="parTrans" cxnId="{2ABFC2D5-CDE5-463C-808C-BC1BC2BB4478}">
      <dgm:prSet/>
      <dgm:spPr/>
      <dgm:t>
        <a:bodyPr/>
        <a:lstStyle/>
        <a:p>
          <a:endParaRPr lang="en-US"/>
        </a:p>
      </dgm:t>
    </dgm:pt>
    <dgm:pt modelId="{B7494AD7-9B51-4ED4-98B2-601F02E9369B}" type="sibTrans" cxnId="{2ABFC2D5-CDE5-463C-808C-BC1BC2BB4478}">
      <dgm:prSet/>
      <dgm:spPr/>
      <dgm:t>
        <a:bodyPr/>
        <a:lstStyle/>
        <a:p>
          <a:endParaRPr lang="en-US"/>
        </a:p>
      </dgm:t>
    </dgm:pt>
    <dgm:pt modelId="{6E2E4BDF-F35B-46E1-9302-27FD06B67A35}" type="pres">
      <dgm:prSet presAssocID="{20F59F33-EAE0-46DC-8C23-C4999161785B}" presName="Name0" presStyleCnt="0">
        <dgm:presLayoutVars>
          <dgm:dir/>
          <dgm:animLvl val="lvl"/>
          <dgm:resizeHandles val="exact"/>
        </dgm:presLayoutVars>
      </dgm:prSet>
      <dgm:spPr/>
    </dgm:pt>
    <dgm:pt modelId="{BCF0C2EA-F063-4B36-810F-2B71FDF575D6}" type="pres">
      <dgm:prSet presAssocID="{A5B1B2CB-DBAE-40C8-8EA1-1D024BFA36FB}" presName="boxAndChildren" presStyleCnt="0"/>
      <dgm:spPr/>
    </dgm:pt>
    <dgm:pt modelId="{CCAEB565-16A8-48CC-A744-DCAB0CC6067D}" type="pres">
      <dgm:prSet presAssocID="{A5B1B2CB-DBAE-40C8-8EA1-1D024BFA36FB}" presName="parentTextBox" presStyleLbl="node1" presStyleIdx="0" presStyleCnt="2"/>
      <dgm:spPr/>
    </dgm:pt>
    <dgm:pt modelId="{62ED1F99-EB83-4CC6-BBDD-3A29A0E6AC61}" type="pres">
      <dgm:prSet presAssocID="{A5B1B2CB-DBAE-40C8-8EA1-1D024BFA36FB}" presName="entireBox" presStyleLbl="node1" presStyleIdx="0" presStyleCnt="2"/>
      <dgm:spPr/>
    </dgm:pt>
    <dgm:pt modelId="{4BEE2E2B-C8C4-40A1-BAC4-064D2F421785}" type="pres">
      <dgm:prSet presAssocID="{A5B1B2CB-DBAE-40C8-8EA1-1D024BFA36FB}" presName="descendantBox" presStyleCnt="0"/>
      <dgm:spPr/>
    </dgm:pt>
    <dgm:pt modelId="{FE67DE43-498E-4B6E-8565-7A16ED683590}" type="pres">
      <dgm:prSet presAssocID="{E2A27C35-86E4-4149-8164-CC05BA782E5F}" presName="childTextBox" presStyleLbl="fgAccFollowNode1" presStyleIdx="0" presStyleCnt="3">
        <dgm:presLayoutVars>
          <dgm:bulletEnabled val="1"/>
        </dgm:presLayoutVars>
      </dgm:prSet>
      <dgm:spPr/>
    </dgm:pt>
    <dgm:pt modelId="{6A72AFB1-7048-48D1-8B11-6BEF2D59B746}" type="pres">
      <dgm:prSet presAssocID="{63585537-E1B4-4F16-A359-CB9BBEE82BE9}" presName="childTextBox" presStyleLbl="fgAccFollowNode1" presStyleIdx="1" presStyleCnt="3">
        <dgm:presLayoutVars>
          <dgm:bulletEnabled val="1"/>
        </dgm:presLayoutVars>
      </dgm:prSet>
      <dgm:spPr/>
    </dgm:pt>
    <dgm:pt modelId="{CD2CC186-CF77-4574-B1FF-A27BE133E3AA}" type="pres">
      <dgm:prSet presAssocID="{20A0F1DE-E80E-4BB4-AC37-65F231841EC1}" presName="childTextBox" presStyleLbl="fgAccFollowNode1" presStyleIdx="2" presStyleCnt="3">
        <dgm:presLayoutVars>
          <dgm:bulletEnabled val="1"/>
        </dgm:presLayoutVars>
      </dgm:prSet>
      <dgm:spPr/>
    </dgm:pt>
    <dgm:pt modelId="{B44CCA8A-7BFE-44C2-A808-188EA1C2A380}" type="pres">
      <dgm:prSet presAssocID="{9DCBF935-CE8A-41F5-8FDF-AF3BC59AA3C6}" presName="sp" presStyleCnt="0"/>
      <dgm:spPr/>
    </dgm:pt>
    <dgm:pt modelId="{A64B25E6-E815-4330-9136-7B2405E56567}" type="pres">
      <dgm:prSet presAssocID="{F66C491F-BD5F-4B9D-8BA2-57B2CEE6056C}" presName="arrowAndChildren" presStyleCnt="0"/>
      <dgm:spPr/>
    </dgm:pt>
    <dgm:pt modelId="{B274FC1A-C345-4245-90A8-26CC163E93E5}" type="pres">
      <dgm:prSet presAssocID="{F66C491F-BD5F-4B9D-8BA2-57B2CEE6056C}" presName="parentTextArrow" presStyleLbl="node1" presStyleIdx="1" presStyleCnt="2"/>
      <dgm:spPr/>
    </dgm:pt>
  </dgm:ptLst>
  <dgm:cxnLst>
    <dgm:cxn modelId="{CF011F0C-9E88-4BDD-A3BB-91E9A831C2AA}" type="presOf" srcId="{A5B1B2CB-DBAE-40C8-8EA1-1D024BFA36FB}" destId="{CCAEB565-16A8-48CC-A744-DCAB0CC6067D}" srcOrd="0" destOrd="0" presId="urn:microsoft.com/office/officeart/2005/8/layout/process4"/>
    <dgm:cxn modelId="{D4FEB122-805D-401E-BF14-6CDAD65E47EC}" srcId="{20F59F33-EAE0-46DC-8C23-C4999161785B}" destId="{A5B1B2CB-DBAE-40C8-8EA1-1D024BFA36FB}" srcOrd="1" destOrd="0" parTransId="{48337918-1823-4A88-BDE7-215205DC2286}" sibTransId="{A7AA57B2-0E9F-4D77-9D0F-9F36F9660558}"/>
    <dgm:cxn modelId="{810CB837-3CF3-4BF9-81F4-4F64872D4111}" type="presOf" srcId="{E2A27C35-86E4-4149-8164-CC05BA782E5F}" destId="{FE67DE43-498E-4B6E-8565-7A16ED683590}" srcOrd="0" destOrd="0" presId="urn:microsoft.com/office/officeart/2005/8/layout/process4"/>
    <dgm:cxn modelId="{76F78838-8485-4FC9-8DCD-C25C64D71006}" srcId="{A5B1B2CB-DBAE-40C8-8EA1-1D024BFA36FB}" destId="{E2A27C35-86E4-4149-8164-CC05BA782E5F}" srcOrd="0" destOrd="0" parTransId="{E1570B6B-E318-420A-9C81-EBED3260D4E0}" sibTransId="{5322B3D8-4B5E-4D49-A15F-BBC7A2F8645F}"/>
    <dgm:cxn modelId="{1BDB066B-CDC1-40BE-86D7-D833949F2763}" type="presOf" srcId="{20F59F33-EAE0-46DC-8C23-C4999161785B}" destId="{6E2E4BDF-F35B-46E1-9302-27FD06B67A35}" srcOrd="0" destOrd="0" presId="urn:microsoft.com/office/officeart/2005/8/layout/process4"/>
    <dgm:cxn modelId="{34CD9855-E309-480E-8697-D636C5D44B54}" type="presOf" srcId="{A5B1B2CB-DBAE-40C8-8EA1-1D024BFA36FB}" destId="{62ED1F99-EB83-4CC6-BBDD-3A29A0E6AC61}" srcOrd="1" destOrd="0" presId="urn:microsoft.com/office/officeart/2005/8/layout/process4"/>
    <dgm:cxn modelId="{E2F1807A-5F63-44ED-A830-2B4BC9CC01CF}" type="presOf" srcId="{F66C491F-BD5F-4B9D-8BA2-57B2CEE6056C}" destId="{B274FC1A-C345-4245-90A8-26CC163E93E5}" srcOrd="0" destOrd="0" presId="urn:microsoft.com/office/officeart/2005/8/layout/process4"/>
    <dgm:cxn modelId="{6D87107F-FE9C-4C9C-9A6D-B076B47B4DE9}" type="presOf" srcId="{20A0F1DE-E80E-4BB4-AC37-65F231841EC1}" destId="{CD2CC186-CF77-4574-B1FF-A27BE133E3AA}" srcOrd="0" destOrd="0" presId="urn:microsoft.com/office/officeart/2005/8/layout/process4"/>
    <dgm:cxn modelId="{54224798-9735-4D33-8DE9-92F07C126B55}" srcId="{A5B1B2CB-DBAE-40C8-8EA1-1D024BFA36FB}" destId="{63585537-E1B4-4F16-A359-CB9BBEE82BE9}" srcOrd="1" destOrd="0" parTransId="{521AAD00-3DFD-4E7F-BC04-89BD6BE348FB}" sibTransId="{8EF81E89-DF04-43DA-84EF-205B40402E61}"/>
    <dgm:cxn modelId="{8A104BA1-7DF6-4104-9998-83232774B8A6}" srcId="{20F59F33-EAE0-46DC-8C23-C4999161785B}" destId="{F66C491F-BD5F-4B9D-8BA2-57B2CEE6056C}" srcOrd="0" destOrd="0" parTransId="{E4870D89-1210-41E6-906B-48372194E5D7}" sibTransId="{9DCBF935-CE8A-41F5-8FDF-AF3BC59AA3C6}"/>
    <dgm:cxn modelId="{2ABFC2D5-CDE5-463C-808C-BC1BC2BB4478}" srcId="{A5B1B2CB-DBAE-40C8-8EA1-1D024BFA36FB}" destId="{20A0F1DE-E80E-4BB4-AC37-65F231841EC1}" srcOrd="2" destOrd="0" parTransId="{1F01B203-EADF-47FA-A5D1-6AA8F74C774B}" sibTransId="{B7494AD7-9B51-4ED4-98B2-601F02E9369B}"/>
    <dgm:cxn modelId="{6A1EAFE3-16DA-41DE-86DF-6D124DAC0277}" type="presOf" srcId="{63585537-E1B4-4F16-A359-CB9BBEE82BE9}" destId="{6A72AFB1-7048-48D1-8B11-6BEF2D59B746}" srcOrd="0" destOrd="0" presId="urn:microsoft.com/office/officeart/2005/8/layout/process4"/>
    <dgm:cxn modelId="{A6EFC500-FE87-4E99-BC05-6965F070C2B1}" type="presParOf" srcId="{6E2E4BDF-F35B-46E1-9302-27FD06B67A35}" destId="{BCF0C2EA-F063-4B36-810F-2B71FDF575D6}" srcOrd="0" destOrd="0" presId="urn:microsoft.com/office/officeart/2005/8/layout/process4"/>
    <dgm:cxn modelId="{7B3B68F7-90B1-42A4-9DBE-14797435FC79}" type="presParOf" srcId="{BCF0C2EA-F063-4B36-810F-2B71FDF575D6}" destId="{CCAEB565-16A8-48CC-A744-DCAB0CC6067D}" srcOrd="0" destOrd="0" presId="urn:microsoft.com/office/officeart/2005/8/layout/process4"/>
    <dgm:cxn modelId="{7B6DA9EB-4D1A-4DCC-8420-01F71BC832A4}" type="presParOf" srcId="{BCF0C2EA-F063-4B36-810F-2B71FDF575D6}" destId="{62ED1F99-EB83-4CC6-BBDD-3A29A0E6AC61}" srcOrd="1" destOrd="0" presId="urn:microsoft.com/office/officeart/2005/8/layout/process4"/>
    <dgm:cxn modelId="{7662EC26-6254-4D5C-855F-A755642FF6DF}" type="presParOf" srcId="{BCF0C2EA-F063-4B36-810F-2B71FDF575D6}" destId="{4BEE2E2B-C8C4-40A1-BAC4-064D2F421785}" srcOrd="2" destOrd="0" presId="urn:microsoft.com/office/officeart/2005/8/layout/process4"/>
    <dgm:cxn modelId="{906B8B16-E8C3-4F64-BBE2-22E46EF5551C}" type="presParOf" srcId="{4BEE2E2B-C8C4-40A1-BAC4-064D2F421785}" destId="{FE67DE43-498E-4B6E-8565-7A16ED683590}" srcOrd="0" destOrd="0" presId="urn:microsoft.com/office/officeart/2005/8/layout/process4"/>
    <dgm:cxn modelId="{188C2E60-40B9-4DC0-A8C8-34034DC78937}" type="presParOf" srcId="{4BEE2E2B-C8C4-40A1-BAC4-064D2F421785}" destId="{6A72AFB1-7048-48D1-8B11-6BEF2D59B746}" srcOrd="1" destOrd="0" presId="urn:microsoft.com/office/officeart/2005/8/layout/process4"/>
    <dgm:cxn modelId="{74EABFB8-FF1F-4F9C-AA01-6D8CED8CE30C}" type="presParOf" srcId="{4BEE2E2B-C8C4-40A1-BAC4-064D2F421785}" destId="{CD2CC186-CF77-4574-B1FF-A27BE133E3AA}" srcOrd="2" destOrd="0" presId="urn:microsoft.com/office/officeart/2005/8/layout/process4"/>
    <dgm:cxn modelId="{DAFA4BDF-4C60-4996-8CC6-EA42B574C055}" type="presParOf" srcId="{6E2E4BDF-F35B-46E1-9302-27FD06B67A35}" destId="{B44CCA8A-7BFE-44C2-A808-188EA1C2A380}" srcOrd="1" destOrd="0" presId="urn:microsoft.com/office/officeart/2005/8/layout/process4"/>
    <dgm:cxn modelId="{5094A6D4-7BA2-44EB-A04B-11EBFF13F4FD}" type="presParOf" srcId="{6E2E4BDF-F35B-46E1-9302-27FD06B67A35}" destId="{A64B25E6-E815-4330-9136-7B2405E56567}" srcOrd="2" destOrd="0" presId="urn:microsoft.com/office/officeart/2005/8/layout/process4"/>
    <dgm:cxn modelId="{CFF24E4C-15F5-4420-B02B-A16B330A5E14}" type="presParOf" srcId="{A64B25E6-E815-4330-9136-7B2405E56567}" destId="{B274FC1A-C345-4245-90A8-26CC163E93E5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C9FBABA-47FD-4DF5-8FA6-8FCA77101AED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8F497E59-347E-4E04-8D2A-BED9CB8298FA}">
      <dgm:prSet/>
      <dgm:spPr/>
      <dgm:t>
        <a:bodyPr/>
        <a:lstStyle/>
        <a:p>
          <a:r>
            <a:rPr lang="en-US" b="1" dirty="0" err="1"/>
            <a:t>Pinul</a:t>
          </a:r>
          <a:r>
            <a:rPr lang="en-US" b="1" dirty="0"/>
            <a:t> PB12 (System Erase):</a:t>
          </a:r>
          <a:endParaRPr lang="en-US" dirty="0"/>
        </a:p>
      </dgm:t>
    </dgm:pt>
    <dgm:pt modelId="{CD8ECDA1-3A62-4DD0-A3D1-8AB0ADB46AE0}" type="parTrans" cxnId="{F4C643DD-08CF-4FE6-BBCC-0DA53F342133}">
      <dgm:prSet/>
      <dgm:spPr/>
      <dgm:t>
        <a:bodyPr/>
        <a:lstStyle/>
        <a:p>
          <a:endParaRPr lang="en-US"/>
        </a:p>
      </dgm:t>
    </dgm:pt>
    <dgm:pt modelId="{F12EB999-1E92-4F80-BD9E-31E59E229DF5}" type="sibTrans" cxnId="{F4C643DD-08CF-4FE6-BBCC-0DA53F342133}">
      <dgm:prSet/>
      <dgm:spPr/>
      <dgm:t>
        <a:bodyPr/>
        <a:lstStyle/>
        <a:p>
          <a:endParaRPr lang="en-US"/>
        </a:p>
      </dgm:t>
    </dgm:pt>
    <dgm:pt modelId="{85362148-4360-4C0E-A496-77475DFF6270}">
      <dgm:prSet/>
      <dgm:spPr/>
      <dgm:t>
        <a:bodyPr/>
        <a:lstStyle/>
        <a:p>
          <a:r>
            <a:rPr lang="en-US" dirty="0"/>
            <a:t>Default = PIN Erase.</a:t>
          </a:r>
        </a:p>
      </dgm:t>
    </dgm:pt>
    <dgm:pt modelId="{B700C559-398F-436D-9B7E-32DC6DA604D7}" type="parTrans" cxnId="{226D362E-77D2-453A-A584-48003C8CC60B}">
      <dgm:prSet/>
      <dgm:spPr/>
      <dgm:t>
        <a:bodyPr/>
        <a:lstStyle/>
        <a:p>
          <a:endParaRPr lang="en-US"/>
        </a:p>
      </dgm:t>
    </dgm:pt>
    <dgm:pt modelId="{EC1EBE7A-26CD-4B52-ADFF-3E2D61E12D47}" type="sibTrans" cxnId="{226D362E-77D2-453A-A584-48003C8CC60B}">
      <dgm:prSet/>
      <dgm:spPr/>
      <dgm:t>
        <a:bodyPr/>
        <a:lstStyle/>
        <a:p>
          <a:endParaRPr lang="en-US"/>
        </a:p>
      </dgm:t>
    </dgm:pt>
    <dgm:pt modelId="{B7C0525B-65A6-4B59-AAAC-12DBF0B30BB7}">
      <dgm:prSet/>
      <dgm:spPr/>
      <dgm:t>
        <a:bodyPr/>
        <a:lstStyle/>
        <a:p>
          <a:r>
            <a:rPr lang="en-US" dirty="0" err="1"/>
            <a:t>Rescriere</a:t>
          </a:r>
          <a:r>
            <a:rPr lang="en-US" dirty="0"/>
            <a:t> </a:t>
          </a:r>
          <a:r>
            <a:rPr lang="en-US" dirty="0" err="1"/>
            <a:t>registru</a:t>
          </a:r>
          <a:r>
            <a:rPr lang="en-US" dirty="0"/>
            <a:t> CCFG_SYSIO </a:t>
          </a:r>
          <a:r>
            <a:rPr lang="en-US" dirty="0" err="1"/>
            <a:t>pentru</a:t>
          </a:r>
          <a:r>
            <a:rPr lang="en-US" dirty="0"/>
            <a:t> a </a:t>
          </a:r>
          <a:r>
            <a:rPr lang="en-US" dirty="0" err="1"/>
            <a:t>dezactiva</a:t>
          </a:r>
          <a:r>
            <a:rPr lang="en-US" dirty="0"/>
            <a:t> </a:t>
          </a:r>
          <a:r>
            <a:rPr lang="en-US" dirty="0" err="1"/>
            <a:t>functia</a:t>
          </a:r>
          <a:r>
            <a:rPr lang="en-US" dirty="0"/>
            <a:t> ERASE.</a:t>
          </a:r>
        </a:p>
      </dgm:t>
    </dgm:pt>
    <dgm:pt modelId="{D47DACE8-EEE8-443C-B7FC-6902FDFCC9A0}" type="parTrans" cxnId="{E2FE9FE8-E75B-4E25-AF51-AB9BEEF5C026}">
      <dgm:prSet/>
      <dgm:spPr/>
      <dgm:t>
        <a:bodyPr/>
        <a:lstStyle/>
        <a:p>
          <a:endParaRPr lang="en-US"/>
        </a:p>
      </dgm:t>
    </dgm:pt>
    <dgm:pt modelId="{FEABAEFA-1C83-423A-9A02-0C1DE981A1C2}" type="sibTrans" cxnId="{E2FE9FE8-E75B-4E25-AF51-AB9BEEF5C026}">
      <dgm:prSet/>
      <dgm:spPr/>
      <dgm:t>
        <a:bodyPr/>
        <a:lstStyle/>
        <a:p>
          <a:endParaRPr lang="en-US"/>
        </a:p>
      </dgm:t>
    </dgm:pt>
    <dgm:pt modelId="{25E1ABF1-BDA3-462F-A906-AFDF2FB85FBA}">
      <dgm:prSet/>
      <dgm:spPr/>
      <dgm:t>
        <a:bodyPr/>
        <a:lstStyle/>
        <a:p>
          <a:r>
            <a:rPr lang="en-US" b="1" dirty="0" err="1"/>
            <a:t>Multiplexare</a:t>
          </a:r>
          <a:r>
            <a:rPr lang="en-US" b="1" dirty="0"/>
            <a:t> (UART/ADC):</a:t>
          </a:r>
          <a:endParaRPr lang="en-US" dirty="0"/>
        </a:p>
      </dgm:t>
    </dgm:pt>
    <dgm:pt modelId="{6B68135F-59CA-42D7-90C8-87863C18A352}" type="parTrans" cxnId="{7CF00B74-20F9-4AF7-8E78-EEDDDCFA9591}">
      <dgm:prSet/>
      <dgm:spPr/>
      <dgm:t>
        <a:bodyPr/>
        <a:lstStyle/>
        <a:p>
          <a:endParaRPr lang="en-US"/>
        </a:p>
      </dgm:t>
    </dgm:pt>
    <dgm:pt modelId="{D521FCB2-50ED-4145-AACA-B4AAD13E0B65}" type="sibTrans" cxnId="{7CF00B74-20F9-4AF7-8E78-EEDDDCFA9591}">
      <dgm:prSet/>
      <dgm:spPr/>
      <dgm:t>
        <a:bodyPr/>
        <a:lstStyle/>
        <a:p>
          <a:endParaRPr lang="en-US"/>
        </a:p>
      </dgm:t>
    </dgm:pt>
    <dgm:pt modelId="{F28031E0-A42C-471D-A331-43F402604549}">
      <dgm:prSet/>
      <dgm:spPr/>
      <dgm:t>
        <a:bodyPr/>
        <a:lstStyle/>
        <a:p>
          <a:r>
            <a:rPr lang="en-US" dirty="0" err="1"/>
            <a:t>Pinii</a:t>
          </a:r>
          <a:r>
            <a:rPr lang="en-US" dirty="0"/>
            <a:t> PA9/PA10 </a:t>
          </a:r>
          <a:r>
            <a:rPr lang="en-US" dirty="0" err="1"/>
            <a:t>necesita</a:t>
          </a:r>
          <a:r>
            <a:rPr lang="en-US" dirty="0"/>
            <a:t> </a:t>
          </a:r>
          <a:r>
            <a:rPr lang="en-US" dirty="0" err="1"/>
            <a:t>functii</a:t>
          </a:r>
          <a:r>
            <a:rPr lang="en-US" dirty="0"/>
            <a:t> </a:t>
          </a:r>
          <a:r>
            <a:rPr lang="en-US" dirty="0" err="1"/>
            <a:t>periferice</a:t>
          </a:r>
          <a:r>
            <a:rPr lang="en-US" dirty="0"/>
            <a:t>, nu GPIO </a:t>
          </a:r>
          <a:r>
            <a:rPr lang="en-US" dirty="0" err="1"/>
            <a:t>simplu</a:t>
          </a:r>
          <a:r>
            <a:rPr lang="en-US" dirty="0"/>
            <a:t>.</a:t>
          </a:r>
        </a:p>
      </dgm:t>
    </dgm:pt>
    <dgm:pt modelId="{945DE638-DB85-4EC5-8776-BB6091AD8217}" type="parTrans" cxnId="{51AF47CE-6302-46D0-BE2A-8E5263EE5B0D}">
      <dgm:prSet/>
      <dgm:spPr/>
      <dgm:t>
        <a:bodyPr/>
        <a:lstStyle/>
        <a:p>
          <a:endParaRPr lang="en-US"/>
        </a:p>
      </dgm:t>
    </dgm:pt>
    <dgm:pt modelId="{45AA85DB-9699-4515-9EB2-131E6BF30907}" type="sibTrans" cxnId="{51AF47CE-6302-46D0-BE2A-8E5263EE5B0D}">
      <dgm:prSet/>
      <dgm:spPr/>
      <dgm:t>
        <a:bodyPr/>
        <a:lstStyle/>
        <a:p>
          <a:endParaRPr lang="en-US"/>
        </a:p>
      </dgm:t>
    </dgm:pt>
    <dgm:pt modelId="{0A6F9610-F9BA-4085-A46F-EF2AD1FFC600}">
      <dgm:prSet/>
      <dgm:spPr/>
      <dgm:t>
        <a:bodyPr/>
        <a:lstStyle/>
        <a:p>
          <a:r>
            <a:rPr lang="en-US" dirty="0"/>
            <a:t>Driver-ul </a:t>
          </a:r>
          <a:r>
            <a:rPr lang="en-US" dirty="0" err="1"/>
            <a:t>dezactiveaza</a:t>
          </a:r>
          <a:r>
            <a:rPr lang="en-US" dirty="0"/>
            <a:t> PIO (P_DIS) </a:t>
          </a:r>
          <a:r>
            <a:rPr lang="en-US" dirty="0" err="1"/>
            <a:t>si</a:t>
          </a:r>
          <a:r>
            <a:rPr lang="en-US" dirty="0"/>
            <a:t> </a:t>
          </a:r>
          <a:r>
            <a:rPr lang="en-US" dirty="0" err="1"/>
            <a:t>preda</a:t>
          </a:r>
          <a:r>
            <a:rPr lang="en-US" dirty="0"/>
            <a:t> </a:t>
          </a:r>
          <a:r>
            <a:rPr lang="en-US" dirty="0" err="1"/>
            <a:t>controlul</a:t>
          </a:r>
          <a:r>
            <a:rPr lang="en-US" dirty="0"/>
            <a:t> </a:t>
          </a:r>
          <a:r>
            <a:rPr lang="en-US" dirty="0" err="1"/>
            <a:t>catre</a:t>
          </a:r>
          <a:r>
            <a:rPr lang="en-US" dirty="0"/>
            <a:t> </a:t>
          </a:r>
          <a:r>
            <a:rPr lang="en-US" dirty="0" err="1"/>
            <a:t>perifericele</a:t>
          </a:r>
          <a:r>
            <a:rPr lang="en-US" dirty="0"/>
            <a:t> interne.</a:t>
          </a:r>
        </a:p>
      </dgm:t>
    </dgm:pt>
    <dgm:pt modelId="{BE08729F-CEE0-4555-882E-5BA30D2CD661}" type="parTrans" cxnId="{1CBF3C29-249C-4017-8291-F3C3E082562F}">
      <dgm:prSet/>
      <dgm:spPr/>
      <dgm:t>
        <a:bodyPr/>
        <a:lstStyle/>
        <a:p>
          <a:endParaRPr lang="en-US"/>
        </a:p>
      </dgm:t>
    </dgm:pt>
    <dgm:pt modelId="{C0EE7E2B-CCDA-4BDD-B877-E63CE55D74A5}" type="sibTrans" cxnId="{1CBF3C29-249C-4017-8291-F3C3E082562F}">
      <dgm:prSet/>
      <dgm:spPr/>
      <dgm:t>
        <a:bodyPr/>
        <a:lstStyle/>
        <a:p>
          <a:endParaRPr lang="en-US"/>
        </a:p>
      </dgm:t>
    </dgm:pt>
    <dgm:pt modelId="{1A950533-9BBD-4471-B6CB-1CF34FB6B075}" type="pres">
      <dgm:prSet presAssocID="{8C9FBABA-47FD-4DF5-8FA6-8FCA77101AED}" presName="linear" presStyleCnt="0">
        <dgm:presLayoutVars>
          <dgm:animLvl val="lvl"/>
          <dgm:resizeHandles val="exact"/>
        </dgm:presLayoutVars>
      </dgm:prSet>
      <dgm:spPr/>
    </dgm:pt>
    <dgm:pt modelId="{DD16DBBA-5434-42EC-AFF8-968742D45A92}" type="pres">
      <dgm:prSet presAssocID="{8F497E59-347E-4E04-8D2A-BED9CB8298F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1960A82-2676-42B3-AA53-0B18F4865744}" type="pres">
      <dgm:prSet presAssocID="{8F497E59-347E-4E04-8D2A-BED9CB8298FA}" presName="childText" presStyleLbl="revTx" presStyleIdx="0" presStyleCnt="2">
        <dgm:presLayoutVars>
          <dgm:bulletEnabled val="1"/>
        </dgm:presLayoutVars>
      </dgm:prSet>
      <dgm:spPr/>
    </dgm:pt>
    <dgm:pt modelId="{1843AB7C-DF3B-4A0B-B467-C477183453D1}" type="pres">
      <dgm:prSet presAssocID="{25E1ABF1-BDA3-462F-A906-AFDF2FB85FBA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89977009-C3DA-4B6B-87C7-D81F6E02CF62}" type="pres">
      <dgm:prSet presAssocID="{25E1ABF1-BDA3-462F-A906-AFDF2FB85FBA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6DE2350D-A8DB-4810-AD29-580DDFDB1103}" type="presOf" srcId="{8C9FBABA-47FD-4DF5-8FA6-8FCA77101AED}" destId="{1A950533-9BBD-4471-B6CB-1CF34FB6B075}" srcOrd="0" destOrd="0" presId="urn:microsoft.com/office/officeart/2005/8/layout/vList2"/>
    <dgm:cxn modelId="{AA63111F-76A7-4B3B-8F1F-0D586079FBD1}" type="presOf" srcId="{F28031E0-A42C-471D-A331-43F402604549}" destId="{89977009-C3DA-4B6B-87C7-D81F6E02CF62}" srcOrd="0" destOrd="0" presId="urn:microsoft.com/office/officeart/2005/8/layout/vList2"/>
    <dgm:cxn modelId="{1CBF3C29-249C-4017-8291-F3C3E082562F}" srcId="{25E1ABF1-BDA3-462F-A906-AFDF2FB85FBA}" destId="{0A6F9610-F9BA-4085-A46F-EF2AD1FFC600}" srcOrd="1" destOrd="0" parTransId="{BE08729F-CEE0-4555-882E-5BA30D2CD661}" sibTransId="{C0EE7E2B-CCDA-4BDD-B877-E63CE55D74A5}"/>
    <dgm:cxn modelId="{226D362E-77D2-453A-A584-48003C8CC60B}" srcId="{8F497E59-347E-4E04-8D2A-BED9CB8298FA}" destId="{85362148-4360-4C0E-A496-77475DFF6270}" srcOrd="0" destOrd="0" parTransId="{B700C559-398F-436D-9B7E-32DC6DA604D7}" sibTransId="{EC1EBE7A-26CD-4B52-ADFF-3E2D61E12D47}"/>
    <dgm:cxn modelId="{4840502E-8545-4E87-AFEC-2098A6FD2BEA}" type="presOf" srcId="{B7C0525B-65A6-4B59-AAAC-12DBF0B30BB7}" destId="{61960A82-2676-42B3-AA53-0B18F4865744}" srcOrd="0" destOrd="1" presId="urn:microsoft.com/office/officeart/2005/8/layout/vList2"/>
    <dgm:cxn modelId="{4527964D-9DDA-4315-A059-3A26B7C772D8}" type="presOf" srcId="{8F497E59-347E-4E04-8D2A-BED9CB8298FA}" destId="{DD16DBBA-5434-42EC-AFF8-968742D45A92}" srcOrd="0" destOrd="0" presId="urn:microsoft.com/office/officeart/2005/8/layout/vList2"/>
    <dgm:cxn modelId="{7CF00B74-20F9-4AF7-8E78-EEDDDCFA9591}" srcId="{8C9FBABA-47FD-4DF5-8FA6-8FCA77101AED}" destId="{25E1ABF1-BDA3-462F-A906-AFDF2FB85FBA}" srcOrd="1" destOrd="0" parTransId="{6B68135F-59CA-42D7-90C8-87863C18A352}" sibTransId="{D521FCB2-50ED-4145-AACA-B4AAD13E0B65}"/>
    <dgm:cxn modelId="{EAFFB97B-19E2-46DF-B7BF-64709828BF14}" type="presOf" srcId="{25E1ABF1-BDA3-462F-A906-AFDF2FB85FBA}" destId="{1843AB7C-DF3B-4A0B-B467-C477183453D1}" srcOrd="0" destOrd="0" presId="urn:microsoft.com/office/officeart/2005/8/layout/vList2"/>
    <dgm:cxn modelId="{14C5E8BA-5125-4DC4-BBC1-1C5005956DFB}" type="presOf" srcId="{0A6F9610-F9BA-4085-A46F-EF2AD1FFC600}" destId="{89977009-C3DA-4B6B-87C7-D81F6E02CF62}" srcOrd="0" destOrd="1" presId="urn:microsoft.com/office/officeart/2005/8/layout/vList2"/>
    <dgm:cxn modelId="{51AF47CE-6302-46D0-BE2A-8E5263EE5B0D}" srcId="{25E1ABF1-BDA3-462F-A906-AFDF2FB85FBA}" destId="{F28031E0-A42C-471D-A331-43F402604549}" srcOrd="0" destOrd="0" parTransId="{945DE638-DB85-4EC5-8776-BB6091AD8217}" sibTransId="{45AA85DB-9699-4515-9EB2-131E6BF30907}"/>
    <dgm:cxn modelId="{F4C643DD-08CF-4FE6-BBCC-0DA53F342133}" srcId="{8C9FBABA-47FD-4DF5-8FA6-8FCA77101AED}" destId="{8F497E59-347E-4E04-8D2A-BED9CB8298FA}" srcOrd="0" destOrd="0" parTransId="{CD8ECDA1-3A62-4DD0-A3D1-8AB0ADB46AE0}" sibTransId="{F12EB999-1E92-4F80-BD9E-31E59E229DF5}"/>
    <dgm:cxn modelId="{E2FE9FE8-E75B-4E25-AF51-AB9BEEF5C026}" srcId="{8F497E59-347E-4E04-8D2A-BED9CB8298FA}" destId="{B7C0525B-65A6-4B59-AAAC-12DBF0B30BB7}" srcOrd="1" destOrd="0" parTransId="{D47DACE8-EEE8-443C-B7FC-6902FDFCC9A0}" sibTransId="{FEABAEFA-1C83-423A-9A02-0C1DE981A1C2}"/>
    <dgm:cxn modelId="{96CC9FEC-925B-478D-854D-679CBA1AA8BA}" type="presOf" srcId="{85362148-4360-4C0E-A496-77475DFF6270}" destId="{61960A82-2676-42B3-AA53-0B18F4865744}" srcOrd="0" destOrd="0" presId="urn:microsoft.com/office/officeart/2005/8/layout/vList2"/>
    <dgm:cxn modelId="{B7DAA372-0F17-4EE7-B6C6-7A82B2AF0722}" type="presParOf" srcId="{1A950533-9BBD-4471-B6CB-1CF34FB6B075}" destId="{DD16DBBA-5434-42EC-AFF8-968742D45A92}" srcOrd="0" destOrd="0" presId="urn:microsoft.com/office/officeart/2005/8/layout/vList2"/>
    <dgm:cxn modelId="{74220ED5-22DF-46B8-AE3C-334235E98E7B}" type="presParOf" srcId="{1A950533-9BBD-4471-B6CB-1CF34FB6B075}" destId="{61960A82-2676-42B3-AA53-0B18F4865744}" srcOrd="1" destOrd="0" presId="urn:microsoft.com/office/officeart/2005/8/layout/vList2"/>
    <dgm:cxn modelId="{DAFAC853-A250-455D-A091-1433AF897520}" type="presParOf" srcId="{1A950533-9BBD-4471-B6CB-1CF34FB6B075}" destId="{1843AB7C-DF3B-4A0B-B467-C477183453D1}" srcOrd="2" destOrd="0" presId="urn:microsoft.com/office/officeart/2005/8/layout/vList2"/>
    <dgm:cxn modelId="{25A31DC7-3557-4A0E-A3FA-9E79485198DA}" type="presParOf" srcId="{1A950533-9BBD-4471-B6CB-1CF34FB6B075}" destId="{89977009-C3DA-4B6B-87C7-D81F6E02CF62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96A6CD0-0D8C-4E82-8D13-6E76F83F2F7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D6BE3F3-7286-4E76-B8B9-7D06A336459E}">
      <dgm:prSet/>
      <dgm:spPr/>
      <dgm:t>
        <a:bodyPr/>
        <a:lstStyle/>
        <a:p>
          <a:r>
            <a:rPr lang="en-US" b="1" dirty="0" err="1"/>
            <a:t>Selectia</a:t>
          </a:r>
          <a:r>
            <a:rPr lang="en-US" b="1" dirty="0"/>
            <a:t> Hardware:</a:t>
          </a:r>
          <a:r>
            <a:rPr lang="en-US" dirty="0"/>
            <a:t> </a:t>
          </a:r>
          <a:r>
            <a:rPr lang="en-US" dirty="0" err="1"/>
            <a:t>Criterii</a:t>
          </a:r>
          <a:r>
            <a:rPr lang="en-US" dirty="0"/>
            <a:t> </a:t>
          </a:r>
          <a:r>
            <a:rPr lang="en-US" dirty="0" err="1"/>
            <a:t>cheie</a:t>
          </a:r>
          <a:r>
            <a:rPr lang="en-US" dirty="0"/>
            <a:t> - </a:t>
          </a:r>
          <a:r>
            <a:rPr lang="en-US" dirty="0" err="1"/>
            <a:t>Putere</a:t>
          </a:r>
          <a:r>
            <a:rPr lang="en-US" dirty="0"/>
            <a:t> vs </a:t>
          </a:r>
          <a:r>
            <a:rPr lang="en-US" dirty="0" err="1"/>
            <a:t>Performanta</a:t>
          </a:r>
          <a:r>
            <a:rPr lang="en-US" dirty="0"/>
            <a:t>, </a:t>
          </a:r>
          <a:r>
            <a:rPr lang="en-US" dirty="0" err="1"/>
            <a:t>Longevitate</a:t>
          </a:r>
          <a:r>
            <a:rPr lang="en-US" dirty="0"/>
            <a:t> pe </a:t>
          </a:r>
          <a:r>
            <a:rPr lang="en-US" dirty="0" err="1"/>
            <a:t>piata</a:t>
          </a:r>
          <a:r>
            <a:rPr lang="en-US" dirty="0"/>
            <a:t>.</a:t>
          </a:r>
        </a:p>
      </dgm:t>
    </dgm:pt>
    <dgm:pt modelId="{FF51E00F-5DDD-44BB-95CF-661199FB439B}" type="parTrans" cxnId="{1CA8DC11-0C83-4DE9-8702-6AD901EAB0E5}">
      <dgm:prSet/>
      <dgm:spPr/>
      <dgm:t>
        <a:bodyPr/>
        <a:lstStyle/>
        <a:p>
          <a:endParaRPr lang="en-US"/>
        </a:p>
      </dgm:t>
    </dgm:pt>
    <dgm:pt modelId="{4C2C6095-F52F-4E67-85F7-EAB023E6F1D3}" type="sibTrans" cxnId="{1CA8DC11-0C83-4DE9-8702-6AD901EAB0E5}">
      <dgm:prSet/>
      <dgm:spPr/>
      <dgm:t>
        <a:bodyPr/>
        <a:lstStyle/>
        <a:p>
          <a:endParaRPr lang="en-US"/>
        </a:p>
      </dgm:t>
    </dgm:pt>
    <dgm:pt modelId="{42EAEBEC-04AC-4566-9438-45063682E57E}">
      <dgm:prSet/>
      <dgm:spPr/>
      <dgm:t>
        <a:bodyPr/>
        <a:lstStyle/>
        <a:p>
          <a:r>
            <a:rPr lang="en-US" b="1" dirty="0" err="1"/>
            <a:t>Arhitectura</a:t>
          </a:r>
          <a:r>
            <a:rPr lang="en-US" b="1" dirty="0"/>
            <a:t> Multi-Target:</a:t>
          </a:r>
          <a:r>
            <a:rPr lang="en-US" dirty="0"/>
            <a:t> </a:t>
          </a:r>
          <a:r>
            <a:rPr lang="en-US" dirty="0" err="1"/>
            <a:t>Asigurată</a:t>
          </a:r>
          <a:r>
            <a:rPr lang="en-US" dirty="0"/>
            <a:t> </a:t>
          </a:r>
          <a:r>
            <a:rPr lang="en-US" dirty="0" err="1"/>
            <a:t>prin</a:t>
          </a:r>
          <a:r>
            <a:rPr lang="en-US" dirty="0"/>
            <a:t> header </a:t>
          </a:r>
          <a:r>
            <a:rPr lang="en-US" dirty="0" err="1"/>
            <a:t>unic</a:t>
          </a:r>
          <a:r>
            <a:rPr lang="en-US" dirty="0"/>
            <a:t> </a:t>
          </a:r>
          <a:r>
            <a:rPr lang="en-US" dirty="0" err="1"/>
            <a:t>si</a:t>
          </a:r>
          <a:r>
            <a:rPr lang="en-US" dirty="0"/>
            <a:t> </a:t>
          </a:r>
          <a:r>
            <a:rPr lang="en-US" dirty="0" err="1"/>
            <a:t>selectie</a:t>
          </a:r>
          <a:r>
            <a:rPr lang="en-US" dirty="0"/>
            <a:t> la </a:t>
          </a:r>
          <a:r>
            <a:rPr lang="en-US" dirty="0" err="1"/>
            <a:t>compilare</a:t>
          </a:r>
          <a:r>
            <a:rPr lang="en-US" dirty="0"/>
            <a:t> (</a:t>
          </a:r>
          <a:r>
            <a:rPr lang="en-US" dirty="0" err="1"/>
            <a:t>CMake</a:t>
          </a:r>
          <a:r>
            <a:rPr lang="en-US" dirty="0"/>
            <a:t>), nu </a:t>
          </a:r>
          <a:r>
            <a:rPr lang="en-US" dirty="0" err="1"/>
            <a:t>prin</a:t>
          </a:r>
          <a:r>
            <a:rPr lang="en-US" dirty="0"/>
            <a:t> </a:t>
          </a:r>
          <a:r>
            <a:rPr lang="en-US" dirty="0" err="1"/>
            <a:t>macrouri</a:t>
          </a:r>
          <a:r>
            <a:rPr lang="en-US" dirty="0"/>
            <a:t> #ifdef.</a:t>
          </a:r>
        </a:p>
      </dgm:t>
    </dgm:pt>
    <dgm:pt modelId="{557D4CF3-5C29-4724-9F4D-DB2883D40D33}" type="parTrans" cxnId="{59B97447-9C1A-41CF-AE9B-40ABFA6195CF}">
      <dgm:prSet/>
      <dgm:spPr/>
      <dgm:t>
        <a:bodyPr/>
        <a:lstStyle/>
        <a:p>
          <a:endParaRPr lang="en-US"/>
        </a:p>
      </dgm:t>
    </dgm:pt>
    <dgm:pt modelId="{E46B4271-9B22-48D3-8A23-5D041A58E50C}" type="sibTrans" cxnId="{59B97447-9C1A-41CF-AE9B-40ABFA6195CF}">
      <dgm:prSet/>
      <dgm:spPr/>
      <dgm:t>
        <a:bodyPr/>
        <a:lstStyle/>
        <a:p>
          <a:endParaRPr lang="en-US"/>
        </a:p>
      </dgm:t>
    </dgm:pt>
    <dgm:pt modelId="{71DB70F1-93B7-4992-B01C-B970532FDD09}">
      <dgm:prSet/>
      <dgm:spPr/>
      <dgm:t>
        <a:bodyPr/>
        <a:lstStyle/>
        <a:p>
          <a:r>
            <a:rPr lang="en-US" b="1" dirty="0" err="1"/>
            <a:t>Prioritizare</a:t>
          </a:r>
          <a:r>
            <a:rPr lang="en-US" b="1" dirty="0"/>
            <a:t>:</a:t>
          </a:r>
          <a:r>
            <a:rPr lang="en-US" dirty="0"/>
            <a:t> (1) </a:t>
          </a:r>
          <a:r>
            <a:rPr lang="en-US" dirty="0" err="1"/>
            <a:t>Interfata</a:t>
          </a:r>
          <a:r>
            <a:rPr lang="en-US" dirty="0"/>
            <a:t> &amp; Mock -&gt; (2) Teste Automate -&gt; (3) </a:t>
          </a:r>
          <a:r>
            <a:rPr lang="en-US" dirty="0" err="1"/>
            <a:t>Drivere</a:t>
          </a:r>
          <a:r>
            <a:rPr lang="en-US" dirty="0"/>
            <a:t> </a:t>
          </a:r>
          <a:r>
            <a:rPr lang="en-US" dirty="0" err="1"/>
            <a:t>Critice</a:t>
          </a:r>
          <a:r>
            <a:rPr lang="en-US" dirty="0"/>
            <a:t>.</a:t>
          </a:r>
        </a:p>
      </dgm:t>
    </dgm:pt>
    <dgm:pt modelId="{7A479B10-9E1D-4F78-99B7-9F0B264F317A}" type="parTrans" cxnId="{1E529046-D46A-4F70-8A61-48BB3B6432D2}">
      <dgm:prSet/>
      <dgm:spPr/>
      <dgm:t>
        <a:bodyPr/>
        <a:lstStyle/>
        <a:p>
          <a:endParaRPr lang="en-US"/>
        </a:p>
      </dgm:t>
    </dgm:pt>
    <dgm:pt modelId="{FEECEEF1-CBA3-4B4B-B161-1E5CA64D08FC}" type="sibTrans" cxnId="{1E529046-D46A-4F70-8A61-48BB3B6432D2}">
      <dgm:prSet/>
      <dgm:spPr/>
      <dgm:t>
        <a:bodyPr/>
        <a:lstStyle/>
        <a:p>
          <a:endParaRPr lang="en-US"/>
        </a:p>
      </dgm:t>
    </dgm:pt>
    <dgm:pt modelId="{17762568-7640-4FBA-9CE2-E445293A091D}" type="pres">
      <dgm:prSet presAssocID="{F96A6CD0-0D8C-4E82-8D13-6E76F83F2F7E}" presName="linear" presStyleCnt="0">
        <dgm:presLayoutVars>
          <dgm:animLvl val="lvl"/>
          <dgm:resizeHandles val="exact"/>
        </dgm:presLayoutVars>
      </dgm:prSet>
      <dgm:spPr/>
    </dgm:pt>
    <dgm:pt modelId="{000DC848-C563-4259-95C6-0A00C5D6D683}" type="pres">
      <dgm:prSet presAssocID="{BD6BE3F3-7286-4E76-B8B9-7D06A336459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53718FC-4578-4321-8E41-5128FC723FFC}" type="pres">
      <dgm:prSet presAssocID="{4C2C6095-F52F-4E67-85F7-EAB023E6F1D3}" presName="spacer" presStyleCnt="0"/>
      <dgm:spPr/>
    </dgm:pt>
    <dgm:pt modelId="{777E656E-8488-4563-B94F-0E40F738AAE4}" type="pres">
      <dgm:prSet presAssocID="{42EAEBEC-04AC-4566-9438-45063682E57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2C5C990-0892-4BE9-B696-B98EE27101FF}" type="pres">
      <dgm:prSet presAssocID="{E46B4271-9B22-48D3-8A23-5D041A58E50C}" presName="spacer" presStyleCnt="0"/>
      <dgm:spPr/>
    </dgm:pt>
    <dgm:pt modelId="{E9C4A38B-3C5B-4C6D-9741-543EED451906}" type="pres">
      <dgm:prSet presAssocID="{71DB70F1-93B7-4992-B01C-B970532FDD09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1CA8DC11-0C83-4DE9-8702-6AD901EAB0E5}" srcId="{F96A6CD0-0D8C-4E82-8D13-6E76F83F2F7E}" destId="{BD6BE3F3-7286-4E76-B8B9-7D06A336459E}" srcOrd="0" destOrd="0" parTransId="{FF51E00F-5DDD-44BB-95CF-661199FB439B}" sibTransId="{4C2C6095-F52F-4E67-85F7-EAB023E6F1D3}"/>
    <dgm:cxn modelId="{82D7D921-8FFC-4F37-BE72-1F5627135573}" type="presOf" srcId="{42EAEBEC-04AC-4566-9438-45063682E57E}" destId="{777E656E-8488-4563-B94F-0E40F738AAE4}" srcOrd="0" destOrd="0" presId="urn:microsoft.com/office/officeart/2005/8/layout/vList2"/>
    <dgm:cxn modelId="{14116040-8A95-4E4D-A02F-1608A9C71045}" type="presOf" srcId="{F96A6CD0-0D8C-4E82-8D13-6E76F83F2F7E}" destId="{17762568-7640-4FBA-9CE2-E445293A091D}" srcOrd="0" destOrd="0" presId="urn:microsoft.com/office/officeart/2005/8/layout/vList2"/>
    <dgm:cxn modelId="{1E529046-D46A-4F70-8A61-48BB3B6432D2}" srcId="{F96A6CD0-0D8C-4E82-8D13-6E76F83F2F7E}" destId="{71DB70F1-93B7-4992-B01C-B970532FDD09}" srcOrd="2" destOrd="0" parTransId="{7A479B10-9E1D-4F78-99B7-9F0B264F317A}" sibTransId="{FEECEEF1-CBA3-4B4B-B161-1E5CA64D08FC}"/>
    <dgm:cxn modelId="{59B97447-9C1A-41CF-AE9B-40ABFA6195CF}" srcId="{F96A6CD0-0D8C-4E82-8D13-6E76F83F2F7E}" destId="{42EAEBEC-04AC-4566-9438-45063682E57E}" srcOrd="1" destOrd="0" parTransId="{557D4CF3-5C29-4724-9F4D-DB2883D40D33}" sibTransId="{E46B4271-9B22-48D3-8A23-5D041A58E50C}"/>
    <dgm:cxn modelId="{282F5FCA-5211-4DE7-8627-D85EA491DF39}" type="presOf" srcId="{71DB70F1-93B7-4992-B01C-B970532FDD09}" destId="{E9C4A38B-3C5B-4C6D-9741-543EED451906}" srcOrd="0" destOrd="0" presId="urn:microsoft.com/office/officeart/2005/8/layout/vList2"/>
    <dgm:cxn modelId="{957CA4F8-D8E8-48C5-984A-CC435FDA140A}" type="presOf" srcId="{BD6BE3F3-7286-4E76-B8B9-7D06A336459E}" destId="{000DC848-C563-4259-95C6-0A00C5D6D683}" srcOrd="0" destOrd="0" presId="urn:microsoft.com/office/officeart/2005/8/layout/vList2"/>
    <dgm:cxn modelId="{89DDC2C8-51AD-4177-99FB-526D6CC3AEC7}" type="presParOf" srcId="{17762568-7640-4FBA-9CE2-E445293A091D}" destId="{000DC848-C563-4259-95C6-0A00C5D6D683}" srcOrd="0" destOrd="0" presId="urn:microsoft.com/office/officeart/2005/8/layout/vList2"/>
    <dgm:cxn modelId="{340F1138-55EF-4F3E-8ED2-BB7F0416789F}" type="presParOf" srcId="{17762568-7640-4FBA-9CE2-E445293A091D}" destId="{353718FC-4578-4321-8E41-5128FC723FFC}" srcOrd="1" destOrd="0" presId="urn:microsoft.com/office/officeart/2005/8/layout/vList2"/>
    <dgm:cxn modelId="{5A14E895-6E59-4CAA-8114-FA46DCF5AA90}" type="presParOf" srcId="{17762568-7640-4FBA-9CE2-E445293A091D}" destId="{777E656E-8488-4563-B94F-0E40F738AAE4}" srcOrd="2" destOrd="0" presId="urn:microsoft.com/office/officeart/2005/8/layout/vList2"/>
    <dgm:cxn modelId="{ABF428EA-A654-48D2-B9C6-44AB719E11A3}" type="presParOf" srcId="{17762568-7640-4FBA-9CE2-E445293A091D}" destId="{A2C5C990-0892-4BE9-B696-B98EE27101FF}" srcOrd="3" destOrd="0" presId="urn:microsoft.com/office/officeart/2005/8/layout/vList2"/>
    <dgm:cxn modelId="{BC96BB43-5922-426D-A555-2036356D3561}" type="presParOf" srcId="{17762568-7640-4FBA-9CE2-E445293A091D}" destId="{E9C4A38B-3C5B-4C6D-9741-543EED45190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A087EFB-CFA5-4151-80C3-7DBF7786112D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A52343D-FE92-4249-BBEC-DB7E2DC7B90B}">
      <dgm:prSet/>
      <dgm:spPr/>
      <dgm:t>
        <a:bodyPr/>
        <a:lstStyle/>
        <a:p>
          <a:r>
            <a:rPr lang="en-US" dirty="0"/>
            <a:t>BSP-ul </a:t>
          </a:r>
          <a:r>
            <a:rPr lang="en-US" dirty="0" err="1"/>
            <a:t>ruleaza</a:t>
          </a:r>
          <a:r>
            <a:rPr lang="en-US" dirty="0"/>
            <a:t> </a:t>
          </a:r>
          <a:r>
            <a:rPr lang="en-US" dirty="0" err="1"/>
            <a:t>corect</a:t>
          </a:r>
          <a:r>
            <a:rPr lang="en-US" dirty="0"/>
            <a:t> pe </a:t>
          </a:r>
          <a:r>
            <a:rPr lang="en-US" dirty="0" err="1"/>
            <a:t>ambele</a:t>
          </a:r>
          <a:r>
            <a:rPr lang="en-US" dirty="0"/>
            <a:t> </a:t>
          </a:r>
          <a:r>
            <a:rPr lang="en-US" dirty="0" err="1"/>
            <a:t>platforme</a:t>
          </a:r>
          <a:endParaRPr lang="en-US" dirty="0"/>
        </a:p>
      </dgm:t>
    </dgm:pt>
    <dgm:pt modelId="{A1EF324C-16CA-4714-811F-E6CA6E015B4D}" type="parTrans" cxnId="{ABFF4CDC-39C8-442A-B9C5-C6E35CA72BAD}">
      <dgm:prSet/>
      <dgm:spPr/>
      <dgm:t>
        <a:bodyPr/>
        <a:lstStyle/>
        <a:p>
          <a:endParaRPr lang="en-US"/>
        </a:p>
      </dgm:t>
    </dgm:pt>
    <dgm:pt modelId="{0B3571E0-B49E-481A-B81F-08D5FC4D181E}" type="sibTrans" cxnId="{ABFF4CDC-39C8-442A-B9C5-C6E35CA72BAD}">
      <dgm:prSet/>
      <dgm:spPr/>
      <dgm:t>
        <a:bodyPr/>
        <a:lstStyle/>
        <a:p>
          <a:endParaRPr lang="en-US"/>
        </a:p>
      </dgm:t>
    </dgm:pt>
    <dgm:pt modelId="{35595629-23FB-410D-81CE-473985BCB6F3}">
      <dgm:prSet/>
      <dgm:spPr/>
      <dgm:t>
        <a:bodyPr/>
        <a:lstStyle/>
        <a:p>
          <a:r>
            <a:rPr lang="en-US" b="1" dirty="0" err="1"/>
            <a:t>Modularitate</a:t>
          </a:r>
          <a:r>
            <a:rPr lang="en-US" b="1" dirty="0"/>
            <a:t>:</a:t>
          </a:r>
          <a:r>
            <a:rPr lang="en-US" dirty="0"/>
            <a:t> </a:t>
          </a:r>
          <a:r>
            <a:rPr lang="en-US" dirty="0" err="1"/>
            <a:t>Adaugarea</a:t>
          </a:r>
          <a:r>
            <a:rPr lang="en-US" dirty="0"/>
            <a:t> </a:t>
          </a:r>
          <a:r>
            <a:rPr lang="en-US" dirty="0" err="1"/>
            <a:t>unei</a:t>
          </a:r>
          <a:r>
            <a:rPr lang="en-US" dirty="0"/>
            <a:t> </a:t>
          </a:r>
          <a:r>
            <a:rPr lang="en-US" dirty="0" err="1"/>
            <a:t>noi</a:t>
          </a:r>
          <a:r>
            <a:rPr lang="en-US" dirty="0"/>
            <a:t> </a:t>
          </a:r>
          <a:r>
            <a:rPr lang="en-US" dirty="0" err="1"/>
            <a:t>placi</a:t>
          </a:r>
          <a:r>
            <a:rPr lang="en-US" dirty="0"/>
            <a:t> </a:t>
          </a:r>
          <a:r>
            <a:rPr lang="en-US" dirty="0" err="1"/>
            <a:t>necesita</a:t>
          </a:r>
          <a:r>
            <a:rPr lang="en-US" dirty="0"/>
            <a:t> </a:t>
          </a:r>
          <a:r>
            <a:rPr lang="en-US" dirty="0" err="1"/>
            <a:t>doar</a:t>
          </a:r>
          <a:r>
            <a:rPr lang="en-US" dirty="0"/>
            <a:t> un nou </a:t>
          </a:r>
          <a:r>
            <a:rPr lang="en-US" dirty="0" err="1"/>
            <a:t>fisier</a:t>
          </a:r>
          <a:r>
            <a:rPr lang="en-US" dirty="0"/>
            <a:t> backend.</a:t>
          </a:r>
        </a:p>
      </dgm:t>
    </dgm:pt>
    <dgm:pt modelId="{F9633893-2849-4D8A-B366-4949965D3092}" type="parTrans" cxnId="{F1179B22-C6C3-452D-B10A-16BEB638C210}">
      <dgm:prSet/>
      <dgm:spPr/>
      <dgm:t>
        <a:bodyPr/>
        <a:lstStyle/>
        <a:p>
          <a:endParaRPr lang="en-US"/>
        </a:p>
      </dgm:t>
    </dgm:pt>
    <dgm:pt modelId="{6AD92DB7-1779-43A5-B179-075FAB4703DB}" type="sibTrans" cxnId="{F1179B22-C6C3-452D-B10A-16BEB638C210}">
      <dgm:prSet/>
      <dgm:spPr/>
      <dgm:t>
        <a:bodyPr/>
        <a:lstStyle/>
        <a:p>
          <a:endParaRPr lang="en-US"/>
        </a:p>
      </dgm:t>
    </dgm:pt>
    <dgm:pt modelId="{D1236410-B960-42C4-839B-F7902732587F}" type="pres">
      <dgm:prSet presAssocID="{1A087EFB-CFA5-4151-80C3-7DBF7786112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6522741-2854-4597-B776-3A1DEE7FBEFC}" type="pres">
      <dgm:prSet presAssocID="{5A52343D-FE92-4249-BBEC-DB7E2DC7B90B}" presName="hierRoot1" presStyleCnt="0"/>
      <dgm:spPr/>
    </dgm:pt>
    <dgm:pt modelId="{D2E2521A-4B50-4F23-B745-ECACC8D80028}" type="pres">
      <dgm:prSet presAssocID="{5A52343D-FE92-4249-BBEC-DB7E2DC7B90B}" presName="composite" presStyleCnt="0"/>
      <dgm:spPr/>
    </dgm:pt>
    <dgm:pt modelId="{61997417-E5E9-48C3-835C-86C5837B0188}" type="pres">
      <dgm:prSet presAssocID="{5A52343D-FE92-4249-BBEC-DB7E2DC7B90B}" presName="background" presStyleLbl="node0" presStyleIdx="0" presStyleCnt="2"/>
      <dgm:spPr/>
    </dgm:pt>
    <dgm:pt modelId="{95F834AE-C6A9-45EB-AEB4-9CA0D4489D99}" type="pres">
      <dgm:prSet presAssocID="{5A52343D-FE92-4249-BBEC-DB7E2DC7B90B}" presName="text" presStyleLbl="fgAcc0" presStyleIdx="0" presStyleCnt="2">
        <dgm:presLayoutVars>
          <dgm:chPref val="3"/>
        </dgm:presLayoutVars>
      </dgm:prSet>
      <dgm:spPr/>
    </dgm:pt>
    <dgm:pt modelId="{9BE5FDB7-6D9F-47A5-AE1A-1CA96AC33462}" type="pres">
      <dgm:prSet presAssocID="{5A52343D-FE92-4249-BBEC-DB7E2DC7B90B}" presName="hierChild2" presStyleCnt="0"/>
      <dgm:spPr/>
    </dgm:pt>
    <dgm:pt modelId="{8FFEF00B-91ED-46B2-BDE9-52BF32AC3C90}" type="pres">
      <dgm:prSet presAssocID="{35595629-23FB-410D-81CE-473985BCB6F3}" presName="hierRoot1" presStyleCnt="0"/>
      <dgm:spPr/>
    </dgm:pt>
    <dgm:pt modelId="{9BEED684-0792-4DFF-9ECB-F7D698FE1F71}" type="pres">
      <dgm:prSet presAssocID="{35595629-23FB-410D-81CE-473985BCB6F3}" presName="composite" presStyleCnt="0"/>
      <dgm:spPr/>
    </dgm:pt>
    <dgm:pt modelId="{A5FEF86A-85D6-45D9-980E-4368298A2F3A}" type="pres">
      <dgm:prSet presAssocID="{35595629-23FB-410D-81CE-473985BCB6F3}" presName="background" presStyleLbl="node0" presStyleIdx="1" presStyleCnt="2"/>
      <dgm:spPr/>
    </dgm:pt>
    <dgm:pt modelId="{E5EFD2FA-A2D0-4F65-B0D0-B0CCD9811FD8}" type="pres">
      <dgm:prSet presAssocID="{35595629-23FB-410D-81CE-473985BCB6F3}" presName="text" presStyleLbl="fgAcc0" presStyleIdx="1" presStyleCnt="2">
        <dgm:presLayoutVars>
          <dgm:chPref val="3"/>
        </dgm:presLayoutVars>
      </dgm:prSet>
      <dgm:spPr/>
    </dgm:pt>
    <dgm:pt modelId="{E6EA54EE-9697-4926-8BF9-2F60810E66FD}" type="pres">
      <dgm:prSet presAssocID="{35595629-23FB-410D-81CE-473985BCB6F3}" presName="hierChild2" presStyleCnt="0"/>
      <dgm:spPr/>
    </dgm:pt>
  </dgm:ptLst>
  <dgm:cxnLst>
    <dgm:cxn modelId="{F1179B22-C6C3-452D-B10A-16BEB638C210}" srcId="{1A087EFB-CFA5-4151-80C3-7DBF7786112D}" destId="{35595629-23FB-410D-81CE-473985BCB6F3}" srcOrd="1" destOrd="0" parTransId="{F9633893-2849-4D8A-B366-4949965D3092}" sibTransId="{6AD92DB7-1779-43A5-B179-075FAB4703DB}"/>
    <dgm:cxn modelId="{9828DD6C-2642-4B74-8F82-84142C837BE2}" type="presOf" srcId="{1A087EFB-CFA5-4151-80C3-7DBF7786112D}" destId="{D1236410-B960-42C4-839B-F7902732587F}" srcOrd="0" destOrd="0" presId="urn:microsoft.com/office/officeart/2005/8/layout/hierarchy1"/>
    <dgm:cxn modelId="{2E4C2588-7FEE-4D93-A742-3E8144290BFE}" type="presOf" srcId="{35595629-23FB-410D-81CE-473985BCB6F3}" destId="{E5EFD2FA-A2D0-4F65-B0D0-B0CCD9811FD8}" srcOrd="0" destOrd="0" presId="urn:microsoft.com/office/officeart/2005/8/layout/hierarchy1"/>
    <dgm:cxn modelId="{6CA4E088-6A4C-4FFE-996B-09EC301A0685}" type="presOf" srcId="{5A52343D-FE92-4249-BBEC-DB7E2DC7B90B}" destId="{95F834AE-C6A9-45EB-AEB4-9CA0D4489D99}" srcOrd="0" destOrd="0" presId="urn:microsoft.com/office/officeart/2005/8/layout/hierarchy1"/>
    <dgm:cxn modelId="{ABFF4CDC-39C8-442A-B9C5-C6E35CA72BAD}" srcId="{1A087EFB-CFA5-4151-80C3-7DBF7786112D}" destId="{5A52343D-FE92-4249-BBEC-DB7E2DC7B90B}" srcOrd="0" destOrd="0" parTransId="{A1EF324C-16CA-4714-811F-E6CA6E015B4D}" sibTransId="{0B3571E0-B49E-481A-B81F-08D5FC4D181E}"/>
    <dgm:cxn modelId="{5CD416F5-2A00-416D-90E0-DECC34389492}" type="presParOf" srcId="{D1236410-B960-42C4-839B-F7902732587F}" destId="{C6522741-2854-4597-B776-3A1DEE7FBEFC}" srcOrd="0" destOrd="0" presId="urn:microsoft.com/office/officeart/2005/8/layout/hierarchy1"/>
    <dgm:cxn modelId="{6BD6C746-4FAF-4619-95F6-C8BF3A845FAE}" type="presParOf" srcId="{C6522741-2854-4597-B776-3A1DEE7FBEFC}" destId="{D2E2521A-4B50-4F23-B745-ECACC8D80028}" srcOrd="0" destOrd="0" presId="urn:microsoft.com/office/officeart/2005/8/layout/hierarchy1"/>
    <dgm:cxn modelId="{947F4059-F90A-4E1E-B3B2-CDFB7DBA5DA8}" type="presParOf" srcId="{D2E2521A-4B50-4F23-B745-ECACC8D80028}" destId="{61997417-E5E9-48C3-835C-86C5837B0188}" srcOrd="0" destOrd="0" presId="urn:microsoft.com/office/officeart/2005/8/layout/hierarchy1"/>
    <dgm:cxn modelId="{24E34DCD-9F8F-4378-88FC-3F6401DD97E1}" type="presParOf" srcId="{D2E2521A-4B50-4F23-B745-ECACC8D80028}" destId="{95F834AE-C6A9-45EB-AEB4-9CA0D4489D99}" srcOrd="1" destOrd="0" presId="urn:microsoft.com/office/officeart/2005/8/layout/hierarchy1"/>
    <dgm:cxn modelId="{D620A6B5-4916-4077-A9C4-621FCA766818}" type="presParOf" srcId="{C6522741-2854-4597-B776-3A1DEE7FBEFC}" destId="{9BE5FDB7-6D9F-47A5-AE1A-1CA96AC33462}" srcOrd="1" destOrd="0" presId="urn:microsoft.com/office/officeart/2005/8/layout/hierarchy1"/>
    <dgm:cxn modelId="{1EBEA357-2A74-4B1C-8C01-E35C69923D68}" type="presParOf" srcId="{D1236410-B960-42C4-839B-F7902732587F}" destId="{8FFEF00B-91ED-46B2-BDE9-52BF32AC3C90}" srcOrd="1" destOrd="0" presId="urn:microsoft.com/office/officeart/2005/8/layout/hierarchy1"/>
    <dgm:cxn modelId="{B6D06F44-681C-4E7B-9E72-DC95679BBD0A}" type="presParOf" srcId="{8FFEF00B-91ED-46B2-BDE9-52BF32AC3C90}" destId="{9BEED684-0792-4DFF-9ECB-F7D698FE1F71}" srcOrd="0" destOrd="0" presId="urn:microsoft.com/office/officeart/2005/8/layout/hierarchy1"/>
    <dgm:cxn modelId="{C178E4BD-4FC4-4A84-8258-E8C6187517E4}" type="presParOf" srcId="{9BEED684-0792-4DFF-9ECB-F7D698FE1F71}" destId="{A5FEF86A-85D6-45D9-980E-4368298A2F3A}" srcOrd="0" destOrd="0" presId="urn:microsoft.com/office/officeart/2005/8/layout/hierarchy1"/>
    <dgm:cxn modelId="{ACA4FD1F-5EF2-4BD6-A0EB-4F5BF28398A1}" type="presParOf" srcId="{9BEED684-0792-4DFF-9ECB-F7D698FE1F71}" destId="{E5EFD2FA-A2D0-4F65-B0D0-B0CCD9811FD8}" srcOrd="1" destOrd="0" presId="urn:microsoft.com/office/officeart/2005/8/layout/hierarchy1"/>
    <dgm:cxn modelId="{83BB35E9-94FA-431F-A8D5-0942C095F8C3}" type="presParOf" srcId="{8FFEF00B-91ED-46B2-BDE9-52BF32AC3C90}" destId="{E6EA54EE-9697-4926-8BF9-2F60810E66F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1511BC-068B-4D4A-878F-B8AC420DD2E4}">
      <dsp:nvSpPr>
        <dsp:cNvPr id="0" name=""/>
        <dsp:cNvSpPr/>
      </dsp:nvSpPr>
      <dsp:spPr>
        <a:xfrm>
          <a:off x="1063567" y="2934"/>
          <a:ext cx="2738685" cy="16432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/>
            <a:t>Contextul Proiectului</a:t>
          </a:r>
          <a:endParaRPr lang="en-US" sz="3200" kern="1200"/>
        </a:p>
      </dsp:txBody>
      <dsp:txXfrm>
        <a:off x="1063567" y="2934"/>
        <a:ext cx="2738685" cy="1643211"/>
      </dsp:txXfrm>
    </dsp:sp>
    <dsp:sp modelId="{B6F31382-D66B-41FD-9DAD-5819B5099E89}">
      <dsp:nvSpPr>
        <dsp:cNvPr id="0" name=""/>
        <dsp:cNvSpPr/>
      </dsp:nvSpPr>
      <dsp:spPr>
        <a:xfrm>
          <a:off x="4076121" y="2934"/>
          <a:ext cx="2738685" cy="16432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 err="1"/>
            <a:t>Obiective</a:t>
          </a:r>
          <a:r>
            <a:rPr lang="en-US" sz="3200" b="1" kern="1200" dirty="0"/>
            <a:t> </a:t>
          </a:r>
          <a:r>
            <a:rPr lang="en-US" sz="3200" b="1" kern="1200" dirty="0" err="1"/>
            <a:t>Tehnice</a:t>
          </a:r>
          <a:endParaRPr lang="en-US" sz="3200" kern="1200" dirty="0"/>
        </a:p>
      </dsp:txBody>
      <dsp:txXfrm>
        <a:off x="4076121" y="2934"/>
        <a:ext cx="2738685" cy="1643211"/>
      </dsp:txXfrm>
    </dsp:sp>
    <dsp:sp modelId="{6EA0FE8F-E9C9-4396-8520-BEC235E4598A}">
      <dsp:nvSpPr>
        <dsp:cNvPr id="0" name=""/>
        <dsp:cNvSpPr/>
      </dsp:nvSpPr>
      <dsp:spPr>
        <a:xfrm>
          <a:off x="7088675" y="2934"/>
          <a:ext cx="2738685" cy="16432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/>
            <a:t>Arhitectura Software</a:t>
          </a:r>
          <a:endParaRPr lang="en-US" sz="3200" kern="1200"/>
        </a:p>
      </dsp:txBody>
      <dsp:txXfrm>
        <a:off x="7088675" y="2934"/>
        <a:ext cx="2738685" cy="1643211"/>
      </dsp:txXfrm>
    </dsp:sp>
    <dsp:sp modelId="{BCC92A45-F8D0-4801-9731-EEE47A7AF389}">
      <dsp:nvSpPr>
        <dsp:cNvPr id="0" name=""/>
        <dsp:cNvSpPr/>
      </dsp:nvSpPr>
      <dsp:spPr>
        <a:xfrm>
          <a:off x="1063567" y="1920014"/>
          <a:ext cx="2738685" cy="16432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/>
            <a:t>Implementare MOCK</a:t>
          </a:r>
          <a:endParaRPr lang="en-US" sz="3200" kern="1200"/>
        </a:p>
      </dsp:txBody>
      <dsp:txXfrm>
        <a:off x="1063567" y="1920014"/>
        <a:ext cx="2738685" cy="1643211"/>
      </dsp:txXfrm>
    </dsp:sp>
    <dsp:sp modelId="{FD2B3C11-1E93-4FF1-8381-B7577FE3E56B}">
      <dsp:nvSpPr>
        <dsp:cNvPr id="0" name=""/>
        <dsp:cNvSpPr/>
      </dsp:nvSpPr>
      <dsp:spPr>
        <a:xfrm>
          <a:off x="4076121" y="1920014"/>
          <a:ext cx="2738685" cy="16432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/>
            <a:t>Implementare TARGET</a:t>
          </a:r>
          <a:endParaRPr lang="en-US" sz="3200" kern="1200"/>
        </a:p>
      </dsp:txBody>
      <dsp:txXfrm>
        <a:off x="4076121" y="1920014"/>
        <a:ext cx="2738685" cy="1643211"/>
      </dsp:txXfrm>
    </dsp:sp>
    <dsp:sp modelId="{D97F7C94-E1D1-48BB-B6AF-267C53F9301C}">
      <dsp:nvSpPr>
        <dsp:cNvPr id="0" name=""/>
        <dsp:cNvSpPr/>
      </dsp:nvSpPr>
      <dsp:spPr>
        <a:xfrm>
          <a:off x="7088675" y="1920014"/>
          <a:ext cx="2738685" cy="16432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 err="1"/>
            <a:t>Provocari</a:t>
          </a:r>
          <a:r>
            <a:rPr lang="en-US" sz="3200" b="1" kern="1200" dirty="0"/>
            <a:t> </a:t>
          </a:r>
          <a:r>
            <a:rPr lang="en-US" sz="3200" b="1" kern="1200" dirty="0" err="1"/>
            <a:t>Tehnice</a:t>
          </a:r>
          <a:endParaRPr lang="en-US" sz="3200" kern="1200" dirty="0"/>
        </a:p>
      </dsp:txBody>
      <dsp:txXfrm>
        <a:off x="7088675" y="1920014"/>
        <a:ext cx="2738685" cy="164321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AE7939-006E-472F-8A7D-1A39344212AD}">
      <dsp:nvSpPr>
        <dsp:cNvPr id="0" name=""/>
        <dsp:cNvSpPr/>
      </dsp:nvSpPr>
      <dsp:spPr>
        <a:xfrm>
          <a:off x="0" y="0"/>
          <a:ext cx="6479357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EEA2E0-7346-4B1D-AF41-D3EF4099AAEE}">
      <dsp:nvSpPr>
        <dsp:cNvPr id="0" name=""/>
        <dsp:cNvSpPr/>
      </dsp:nvSpPr>
      <dsp:spPr>
        <a:xfrm>
          <a:off x="0" y="0"/>
          <a:ext cx="6479357" cy="12315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Focus Principal: </a:t>
          </a:r>
          <a:r>
            <a:rPr lang="en-US" sz="2500" b="1" kern="1200" dirty="0" err="1"/>
            <a:t>Simularea</a:t>
          </a:r>
          <a:r>
            <a:rPr lang="en-US" sz="2500" b="1" kern="1200" dirty="0"/>
            <a:t> Software (Mocking)</a:t>
          </a:r>
          <a:endParaRPr lang="en-US" sz="2500" kern="1200" dirty="0"/>
        </a:p>
      </dsp:txBody>
      <dsp:txXfrm>
        <a:off x="0" y="0"/>
        <a:ext cx="6479357" cy="1231579"/>
      </dsp:txXfrm>
    </dsp:sp>
    <dsp:sp modelId="{B338048F-8006-44DC-B060-E358FDB109D3}">
      <dsp:nvSpPr>
        <dsp:cNvPr id="0" name=""/>
        <dsp:cNvSpPr/>
      </dsp:nvSpPr>
      <dsp:spPr>
        <a:xfrm>
          <a:off x="0" y="1231579"/>
          <a:ext cx="6479357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30A9EF-3458-40E5-977A-9F2FF12F554D}">
      <dsp:nvSpPr>
        <dsp:cNvPr id="0" name=""/>
        <dsp:cNvSpPr/>
      </dsp:nvSpPr>
      <dsp:spPr>
        <a:xfrm>
          <a:off x="0" y="1231579"/>
          <a:ext cx="6479357" cy="12315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 err="1"/>
            <a:t>Realizare</a:t>
          </a:r>
          <a:r>
            <a:rPr lang="en-US" sz="2500" b="1" kern="1200" dirty="0"/>
            <a:t>:</a:t>
          </a:r>
          <a:r>
            <a:rPr lang="en-US" sz="2500" kern="1200" dirty="0"/>
            <a:t> </a:t>
          </a:r>
          <a:r>
            <a:rPr lang="en-US" sz="2500" kern="1200" dirty="0" err="1"/>
            <a:t>Dezvoltarea</a:t>
          </a:r>
          <a:r>
            <a:rPr lang="en-US" sz="2500" kern="1200" dirty="0"/>
            <a:t> </a:t>
          </a:r>
          <a:r>
            <a:rPr lang="en-US" sz="2500" kern="1200" dirty="0" err="1"/>
            <a:t>unui</a:t>
          </a:r>
          <a:r>
            <a:rPr lang="en-US" sz="2500" kern="1200" dirty="0"/>
            <a:t> </a:t>
          </a:r>
          <a:r>
            <a:rPr lang="en-US" sz="2500" kern="1200" dirty="0" err="1"/>
            <a:t>mediu</a:t>
          </a:r>
          <a:r>
            <a:rPr lang="en-US" sz="2500" kern="1200" dirty="0"/>
            <a:t> de </a:t>
          </a:r>
          <a:r>
            <a:rPr lang="en-US" sz="2500" b="1" kern="1200" dirty="0" err="1"/>
            <a:t>Simulare</a:t>
          </a:r>
          <a:r>
            <a:rPr lang="en-US" sz="2500" b="1" kern="1200" dirty="0"/>
            <a:t> Software</a:t>
          </a:r>
          <a:r>
            <a:rPr lang="en-US" sz="2500" kern="1200" dirty="0"/>
            <a:t> </a:t>
          </a:r>
          <a:r>
            <a:rPr lang="en-US" sz="2500" kern="1200" dirty="0" err="1"/>
            <a:t>pentru</a:t>
          </a:r>
          <a:r>
            <a:rPr lang="en-US" sz="2500" kern="1200" dirty="0"/>
            <a:t> </a:t>
          </a:r>
          <a:r>
            <a:rPr lang="en-US" sz="2500" kern="1200" dirty="0" err="1"/>
            <a:t>placa</a:t>
          </a:r>
          <a:r>
            <a:rPr lang="en-US" sz="2500" kern="1200" dirty="0"/>
            <a:t> ATSAMV71Q21B.</a:t>
          </a:r>
        </a:p>
      </dsp:txBody>
      <dsp:txXfrm>
        <a:off x="0" y="1231579"/>
        <a:ext cx="6479357" cy="1231579"/>
      </dsp:txXfrm>
    </dsp:sp>
    <dsp:sp modelId="{94C55920-79A9-4B9C-828F-D7E363C7BC5C}">
      <dsp:nvSpPr>
        <dsp:cNvPr id="0" name=""/>
        <dsp:cNvSpPr/>
      </dsp:nvSpPr>
      <dsp:spPr>
        <a:xfrm>
          <a:off x="0" y="2463159"/>
          <a:ext cx="6479357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4BA35B-7FCD-4BD0-9046-4A115B81BF07}">
      <dsp:nvSpPr>
        <dsp:cNvPr id="0" name=""/>
        <dsp:cNvSpPr/>
      </dsp:nvSpPr>
      <dsp:spPr>
        <a:xfrm>
          <a:off x="0" y="2463159"/>
          <a:ext cx="6479357" cy="12315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Concept:</a:t>
          </a:r>
          <a:r>
            <a:rPr lang="en-US" sz="2500" kern="1200" dirty="0"/>
            <a:t> </a:t>
          </a:r>
          <a:r>
            <a:rPr lang="en-US" sz="2500" kern="1200" dirty="0" err="1"/>
            <a:t>Emularea</a:t>
          </a:r>
          <a:r>
            <a:rPr lang="en-US" sz="2500" kern="1200" dirty="0"/>
            <a:t> </a:t>
          </a:r>
          <a:r>
            <a:rPr lang="en-US" sz="2500" kern="1200" dirty="0" err="1"/>
            <a:t>comportamentului</a:t>
          </a:r>
          <a:r>
            <a:rPr lang="en-US" sz="2500" kern="1200" dirty="0"/>
            <a:t> hardware  in software-ul de pe PC.</a:t>
          </a:r>
        </a:p>
      </dsp:txBody>
      <dsp:txXfrm>
        <a:off x="0" y="2463159"/>
        <a:ext cx="6479357" cy="1231579"/>
      </dsp:txXfrm>
    </dsp:sp>
    <dsp:sp modelId="{D6D6719D-559D-4F31-B8D9-D6B25B3FDCB5}">
      <dsp:nvSpPr>
        <dsp:cNvPr id="0" name=""/>
        <dsp:cNvSpPr/>
      </dsp:nvSpPr>
      <dsp:spPr>
        <a:xfrm>
          <a:off x="0" y="3694738"/>
          <a:ext cx="6479357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C053E4-9C3A-4B84-98D9-28D544FF63CE}">
      <dsp:nvSpPr>
        <dsp:cNvPr id="0" name=""/>
        <dsp:cNvSpPr/>
      </dsp:nvSpPr>
      <dsp:spPr>
        <a:xfrm>
          <a:off x="0" y="3694738"/>
          <a:ext cx="6479357" cy="12315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 err="1"/>
            <a:t>Rezultat</a:t>
          </a:r>
          <a:r>
            <a:rPr lang="en-US" sz="2500" b="1" kern="1200" dirty="0"/>
            <a:t>:</a:t>
          </a:r>
          <a:r>
            <a:rPr lang="en-US" sz="2500" kern="1200" dirty="0"/>
            <a:t> </a:t>
          </a:r>
          <a:r>
            <a:rPr lang="en-US" sz="2500" kern="1200" dirty="0" err="1"/>
            <a:t>Driverele</a:t>
          </a:r>
          <a:r>
            <a:rPr lang="en-US" sz="2500" kern="1200" dirty="0"/>
            <a:t> </a:t>
          </a:r>
          <a:r>
            <a:rPr lang="en-US" sz="2500" kern="1200" dirty="0" err="1"/>
            <a:t>ruleaza</a:t>
          </a:r>
          <a:r>
            <a:rPr lang="en-US" sz="2500" kern="1200" dirty="0"/>
            <a:t> </a:t>
          </a:r>
          <a:r>
            <a:rPr lang="en-US" sz="2500" kern="1200" dirty="0" err="1"/>
            <a:t>într</a:t>
          </a:r>
          <a:r>
            <a:rPr lang="en-US" sz="2500" kern="1200" dirty="0"/>
            <a:t>-un </a:t>
          </a:r>
          <a:r>
            <a:rPr lang="en-US" sz="2500" kern="1200" dirty="0" err="1"/>
            <a:t>mediu</a:t>
          </a:r>
          <a:r>
            <a:rPr lang="en-US" sz="2500" kern="1200" dirty="0"/>
            <a:t> virtual </a:t>
          </a:r>
          <a:r>
            <a:rPr lang="en-US" sz="2500" kern="1200" dirty="0" err="1"/>
            <a:t>controlat</a:t>
          </a:r>
          <a:r>
            <a:rPr lang="en-US" sz="2500" kern="1200" dirty="0"/>
            <a:t>, </a:t>
          </a:r>
          <a:r>
            <a:rPr lang="en-US" sz="2500" kern="1200" dirty="0" err="1"/>
            <a:t>replicand</a:t>
          </a:r>
          <a:r>
            <a:rPr lang="en-US" sz="2500" kern="1200" dirty="0"/>
            <a:t> </a:t>
          </a:r>
          <a:r>
            <a:rPr lang="en-US" sz="2500" kern="1200" dirty="0" err="1"/>
            <a:t>comportamentul</a:t>
          </a:r>
          <a:r>
            <a:rPr lang="en-US" sz="2500" kern="1200" dirty="0"/>
            <a:t> electric.</a:t>
          </a:r>
        </a:p>
      </dsp:txBody>
      <dsp:txXfrm>
        <a:off x="0" y="3694738"/>
        <a:ext cx="6479357" cy="123157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16F6C3-84C6-49F1-AE66-4B08273F7472}">
      <dsp:nvSpPr>
        <dsp:cNvPr id="0" name=""/>
        <dsp:cNvSpPr/>
      </dsp:nvSpPr>
      <dsp:spPr>
        <a:xfrm>
          <a:off x="0" y="51279"/>
          <a:ext cx="7096168" cy="10740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dirty="0" err="1"/>
            <a:t>Interfata</a:t>
          </a:r>
          <a:r>
            <a:rPr lang="en-US" sz="2700" b="1" kern="1200" dirty="0"/>
            <a:t> </a:t>
          </a:r>
          <a:r>
            <a:rPr lang="en-US" sz="2700" b="1" kern="1200" dirty="0" err="1"/>
            <a:t>Unificata</a:t>
          </a:r>
          <a:r>
            <a:rPr lang="en-US" sz="2700" b="1" kern="1200" dirty="0"/>
            <a:t>:</a:t>
          </a:r>
          <a:r>
            <a:rPr lang="en-US" sz="2700" kern="1200" dirty="0"/>
            <a:t> API C++17 abstract </a:t>
          </a:r>
          <a:r>
            <a:rPr lang="en-US" sz="2700" kern="1200" dirty="0" err="1"/>
            <a:t>pentru</a:t>
          </a:r>
          <a:r>
            <a:rPr lang="en-US" sz="2700" kern="1200" dirty="0"/>
            <a:t> </a:t>
          </a:r>
          <a:r>
            <a:rPr lang="en-US" sz="2700" kern="1200" dirty="0" err="1"/>
            <a:t>controlul</a:t>
          </a:r>
          <a:r>
            <a:rPr lang="en-US" sz="2700" kern="1200" dirty="0"/>
            <a:t> </a:t>
          </a:r>
          <a:r>
            <a:rPr lang="en-US" sz="2700" kern="1200" dirty="0" err="1"/>
            <a:t>pinilor</a:t>
          </a:r>
          <a:r>
            <a:rPr lang="en-US" sz="2700" kern="1200" dirty="0"/>
            <a:t>.</a:t>
          </a:r>
        </a:p>
      </dsp:txBody>
      <dsp:txXfrm>
        <a:off x="52431" y="103710"/>
        <a:ext cx="6991306" cy="969198"/>
      </dsp:txXfrm>
    </dsp:sp>
    <dsp:sp modelId="{30B5DE92-35E1-4539-ACFA-F5D455F9C8CC}">
      <dsp:nvSpPr>
        <dsp:cNvPr id="0" name=""/>
        <dsp:cNvSpPr/>
      </dsp:nvSpPr>
      <dsp:spPr>
        <a:xfrm>
          <a:off x="0" y="1203099"/>
          <a:ext cx="7096168" cy="1074060"/>
        </a:xfrm>
        <a:prstGeom prst="roundRect">
          <a:avLst/>
        </a:prstGeom>
        <a:solidFill>
          <a:schemeClr val="accent5">
            <a:hueOff val="3003598"/>
            <a:satOff val="-7513"/>
            <a:lumOff val="-817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dirty="0"/>
            <a:t>Dual-Backend:</a:t>
          </a:r>
          <a:r>
            <a:rPr lang="en-US" sz="2700" kern="1200" dirty="0"/>
            <a:t> </a:t>
          </a:r>
          <a:r>
            <a:rPr lang="en-US" sz="2700" kern="1200" dirty="0" err="1"/>
            <a:t>Comutare</a:t>
          </a:r>
          <a:r>
            <a:rPr lang="en-US" sz="2700" kern="1200" dirty="0"/>
            <a:t> </a:t>
          </a:r>
          <a:r>
            <a:rPr lang="en-US" sz="2700" kern="1200" dirty="0" err="1"/>
            <a:t>transparenta</a:t>
          </a:r>
          <a:r>
            <a:rPr lang="en-US" sz="2700" kern="1200" dirty="0"/>
            <a:t> </a:t>
          </a:r>
          <a:r>
            <a:rPr lang="en-US" sz="2700" kern="1200" dirty="0" err="1"/>
            <a:t>intre</a:t>
          </a:r>
          <a:r>
            <a:rPr lang="en-US" sz="2700" kern="1200" dirty="0"/>
            <a:t> Mock </a:t>
          </a:r>
          <a:r>
            <a:rPr lang="en-US" sz="2700" kern="1200" dirty="0" err="1"/>
            <a:t>și</a:t>
          </a:r>
          <a:r>
            <a:rPr lang="en-US" sz="2700" kern="1200" dirty="0"/>
            <a:t> Target la </a:t>
          </a:r>
          <a:r>
            <a:rPr lang="en-US" sz="2700" kern="1200" dirty="0" err="1"/>
            <a:t>compilare</a:t>
          </a:r>
          <a:r>
            <a:rPr lang="en-US" sz="2700" kern="1200" dirty="0"/>
            <a:t>.</a:t>
          </a:r>
        </a:p>
      </dsp:txBody>
      <dsp:txXfrm>
        <a:off x="52431" y="1255530"/>
        <a:ext cx="6991306" cy="969198"/>
      </dsp:txXfrm>
    </dsp:sp>
    <dsp:sp modelId="{DDEA33CE-EE11-4C5B-9504-73E1AAE6F075}">
      <dsp:nvSpPr>
        <dsp:cNvPr id="0" name=""/>
        <dsp:cNvSpPr/>
      </dsp:nvSpPr>
      <dsp:spPr>
        <a:xfrm>
          <a:off x="0" y="2354919"/>
          <a:ext cx="7096168" cy="1074060"/>
        </a:xfrm>
        <a:prstGeom prst="roundRect">
          <a:avLst/>
        </a:prstGeom>
        <a:solidFill>
          <a:schemeClr val="accent5">
            <a:hueOff val="6007196"/>
            <a:satOff val="-15026"/>
            <a:lumOff val="-1634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dirty="0"/>
            <a:t>Driver GPIO Functional:</a:t>
          </a:r>
          <a:endParaRPr lang="en-US" sz="2700" kern="1200" dirty="0"/>
        </a:p>
      </dsp:txBody>
      <dsp:txXfrm>
        <a:off x="52431" y="2407350"/>
        <a:ext cx="6991306" cy="969198"/>
      </dsp:txXfrm>
    </dsp:sp>
    <dsp:sp modelId="{51DC6DDD-B54C-433A-8F55-4E00FC6E8C29}">
      <dsp:nvSpPr>
        <dsp:cNvPr id="0" name=""/>
        <dsp:cNvSpPr/>
      </dsp:nvSpPr>
      <dsp:spPr>
        <a:xfrm>
          <a:off x="0" y="3428979"/>
          <a:ext cx="7096168" cy="7125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5303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/>
            <a:t>Suport pentru Input, Output, Pull-Resistors.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/>
            <a:t>Configurare pini specifici (PB12, PC9, PC10, UART).</a:t>
          </a:r>
        </a:p>
      </dsp:txBody>
      <dsp:txXfrm>
        <a:off x="0" y="3428979"/>
        <a:ext cx="7096168" cy="712597"/>
      </dsp:txXfrm>
    </dsp:sp>
    <dsp:sp modelId="{6C0B65B1-5960-49C7-9471-DA0A1B77F247}">
      <dsp:nvSpPr>
        <dsp:cNvPr id="0" name=""/>
        <dsp:cNvSpPr/>
      </dsp:nvSpPr>
      <dsp:spPr>
        <a:xfrm>
          <a:off x="0" y="4141577"/>
          <a:ext cx="7096168" cy="1074060"/>
        </a:xfrm>
        <a:prstGeom prst="roundRect">
          <a:avLst/>
        </a:prstGeom>
        <a:solidFill>
          <a:schemeClr val="accent5">
            <a:hueOff val="9010794"/>
            <a:satOff val="-22539"/>
            <a:lumOff val="-2451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Sistem de Build:</a:t>
          </a:r>
          <a:r>
            <a:rPr lang="en-US" sz="2700" kern="1200"/>
            <a:t> CMake modular.</a:t>
          </a:r>
        </a:p>
      </dsp:txBody>
      <dsp:txXfrm>
        <a:off x="52431" y="4194008"/>
        <a:ext cx="6991306" cy="96919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0D2AA7-2C4D-4B23-8641-86881834473B}">
      <dsp:nvSpPr>
        <dsp:cNvPr id="0" name=""/>
        <dsp:cNvSpPr/>
      </dsp:nvSpPr>
      <dsp:spPr>
        <a:xfrm>
          <a:off x="0" y="64767"/>
          <a:ext cx="7216416" cy="83947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1" kern="1200"/>
            <a:t>Aplicatie (main.cpp)</a:t>
          </a:r>
          <a:endParaRPr lang="en-US" sz="3500" kern="1200"/>
        </a:p>
      </dsp:txBody>
      <dsp:txXfrm>
        <a:off x="40980" y="105747"/>
        <a:ext cx="7134456" cy="757514"/>
      </dsp:txXfrm>
    </dsp:sp>
    <dsp:sp modelId="{8F388B46-0FB5-4A42-BAB9-B403570E249E}">
      <dsp:nvSpPr>
        <dsp:cNvPr id="0" name=""/>
        <dsp:cNvSpPr/>
      </dsp:nvSpPr>
      <dsp:spPr>
        <a:xfrm>
          <a:off x="0" y="904242"/>
          <a:ext cx="7216416" cy="579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9121" tIns="44450" rIns="248920" bIns="4445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/>
            <a:t>GPIO::configure(PB12, Input)</a:t>
          </a:r>
        </a:p>
      </dsp:txBody>
      <dsp:txXfrm>
        <a:off x="0" y="904242"/>
        <a:ext cx="7216416" cy="579600"/>
      </dsp:txXfrm>
    </dsp:sp>
    <dsp:sp modelId="{B9F3875D-4362-4941-BE45-F9809D28D37E}">
      <dsp:nvSpPr>
        <dsp:cNvPr id="0" name=""/>
        <dsp:cNvSpPr/>
      </dsp:nvSpPr>
      <dsp:spPr>
        <a:xfrm>
          <a:off x="0" y="1483842"/>
          <a:ext cx="7216416" cy="839474"/>
        </a:xfrm>
        <a:prstGeom prst="roundRect">
          <a:avLst/>
        </a:prstGeom>
        <a:solidFill>
          <a:schemeClr val="accent2">
            <a:hueOff val="3536049"/>
            <a:satOff val="-13319"/>
            <a:lumOff val="111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1" kern="1200" dirty="0" err="1"/>
            <a:t>Interfata</a:t>
          </a:r>
          <a:r>
            <a:rPr lang="en-US" sz="3500" b="1" kern="1200" dirty="0"/>
            <a:t> (</a:t>
          </a:r>
          <a:r>
            <a:rPr lang="en-US" sz="3500" b="1" kern="1200" dirty="0" err="1"/>
            <a:t>gpio.h</a:t>
          </a:r>
          <a:r>
            <a:rPr lang="en-US" sz="3500" b="1" kern="1200" dirty="0"/>
            <a:t>)</a:t>
          </a:r>
          <a:endParaRPr lang="en-US" sz="3500" kern="1200" dirty="0"/>
        </a:p>
      </dsp:txBody>
      <dsp:txXfrm>
        <a:off x="40980" y="1524822"/>
        <a:ext cx="7134456" cy="757514"/>
      </dsp:txXfrm>
    </dsp:sp>
    <dsp:sp modelId="{5694D832-00D8-417E-B3A3-AB526FD24097}">
      <dsp:nvSpPr>
        <dsp:cNvPr id="0" name=""/>
        <dsp:cNvSpPr/>
      </dsp:nvSpPr>
      <dsp:spPr>
        <a:xfrm>
          <a:off x="0" y="2323317"/>
          <a:ext cx="7216416" cy="579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9121" tIns="44450" rIns="248920" bIns="4445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/>
            <a:t>namespace GPIO { void configure(...); }</a:t>
          </a:r>
        </a:p>
      </dsp:txBody>
      <dsp:txXfrm>
        <a:off x="0" y="2323317"/>
        <a:ext cx="7216416" cy="579600"/>
      </dsp:txXfrm>
    </dsp:sp>
    <dsp:sp modelId="{251CC551-3E81-4A71-B751-2109E1784470}">
      <dsp:nvSpPr>
        <dsp:cNvPr id="0" name=""/>
        <dsp:cNvSpPr/>
      </dsp:nvSpPr>
      <dsp:spPr>
        <a:xfrm>
          <a:off x="0" y="2902917"/>
          <a:ext cx="7216416" cy="839474"/>
        </a:xfrm>
        <a:prstGeom prst="roundRect">
          <a:avLst/>
        </a:prstGeom>
        <a:solidFill>
          <a:schemeClr val="accent2">
            <a:hueOff val="7072097"/>
            <a:satOff val="-26638"/>
            <a:lumOff val="2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1" kern="1200"/>
            <a:t>Backend (Selectabil CMake)</a:t>
          </a:r>
          <a:endParaRPr lang="en-US" sz="3500" kern="1200"/>
        </a:p>
      </dsp:txBody>
      <dsp:txXfrm>
        <a:off x="40980" y="2943897"/>
        <a:ext cx="7134456" cy="757514"/>
      </dsp:txXfrm>
    </dsp:sp>
    <dsp:sp modelId="{6E5B4BFB-54B2-435C-9216-88AB6ACFA87A}">
      <dsp:nvSpPr>
        <dsp:cNvPr id="0" name=""/>
        <dsp:cNvSpPr/>
      </dsp:nvSpPr>
      <dsp:spPr>
        <a:xfrm>
          <a:off x="0" y="3742392"/>
          <a:ext cx="7216416" cy="1304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9121" tIns="44450" rIns="248920" bIns="4445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 dirty="0"/>
            <a:t>MOCK (gpio_mock.cpp): </a:t>
          </a:r>
          <a:r>
            <a:rPr lang="en-US" sz="2700" kern="1200" dirty="0" err="1"/>
            <a:t>cout</a:t>
          </a:r>
          <a:r>
            <a:rPr lang="en-US" sz="2700" kern="1200" dirty="0"/>
            <a:t> &lt;&lt; "PB12 Input"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 dirty="0"/>
            <a:t>TARGET (gpio_target.cpp): </a:t>
          </a:r>
          <a:r>
            <a:rPr lang="en-US" sz="2700" kern="1200" dirty="0" err="1"/>
            <a:t>modificare</a:t>
          </a:r>
          <a:r>
            <a:rPr lang="en-US" sz="2700" kern="1200" dirty="0"/>
            <a:t> bit</a:t>
          </a:r>
        </a:p>
      </dsp:txBody>
      <dsp:txXfrm>
        <a:off x="0" y="3742392"/>
        <a:ext cx="7216416" cy="13041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CA6D46-54A7-4734-97EA-AA3A59391035}">
      <dsp:nvSpPr>
        <dsp:cNvPr id="0" name=""/>
        <dsp:cNvSpPr/>
      </dsp:nvSpPr>
      <dsp:spPr>
        <a:xfrm>
          <a:off x="0" y="0"/>
          <a:ext cx="10363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70E8FF-91C3-44D8-AAF7-E251265C3DA2}">
      <dsp:nvSpPr>
        <dsp:cNvPr id="0" name=""/>
        <dsp:cNvSpPr/>
      </dsp:nvSpPr>
      <dsp:spPr>
        <a:xfrm>
          <a:off x="0" y="0"/>
          <a:ext cx="10363200" cy="9225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Rol:</a:t>
          </a:r>
          <a:r>
            <a:rPr lang="en-US" sz="2500" kern="1200" dirty="0"/>
            <a:t> </a:t>
          </a:r>
          <a:r>
            <a:rPr lang="en-US" sz="2500" kern="1200" dirty="0" err="1"/>
            <a:t>Validare</a:t>
          </a:r>
          <a:r>
            <a:rPr lang="en-US" sz="2500" kern="1200" dirty="0"/>
            <a:t> </a:t>
          </a:r>
          <a:r>
            <a:rPr lang="en-US" sz="2500" kern="1200" dirty="0" err="1"/>
            <a:t>logica</a:t>
          </a:r>
          <a:r>
            <a:rPr lang="en-US" sz="2500" kern="1200" dirty="0"/>
            <a:t> </a:t>
          </a:r>
          <a:r>
            <a:rPr lang="en-US" sz="2500" kern="1200" dirty="0" err="1"/>
            <a:t>rapida</a:t>
          </a:r>
          <a:r>
            <a:rPr lang="en-US" sz="2500" kern="1200" dirty="0"/>
            <a:t> </a:t>
          </a:r>
          <a:r>
            <a:rPr lang="en-US" sz="2500" kern="1200" dirty="0" err="1"/>
            <a:t>si</a:t>
          </a:r>
          <a:r>
            <a:rPr lang="en-US" sz="2500" kern="1200" dirty="0"/>
            <a:t> </a:t>
          </a:r>
          <a:r>
            <a:rPr lang="en-US" sz="2500" kern="1200" dirty="0" err="1"/>
            <a:t>v</a:t>
          </a:r>
          <a:r>
            <a:rPr lang="en-US" sz="2500" b="0" kern="1200" dirty="0" err="1"/>
            <a:t>erificarea</a:t>
          </a:r>
          <a:r>
            <a:rPr lang="en-US" sz="2500" b="0" kern="1200" dirty="0"/>
            <a:t> </a:t>
          </a:r>
          <a:r>
            <a:rPr lang="en-US" sz="2500" b="0" kern="1200" dirty="0" err="1"/>
            <a:t>corectitudinii</a:t>
          </a:r>
          <a:r>
            <a:rPr lang="en-US" sz="2500" kern="1200" dirty="0"/>
            <a:t>.</a:t>
          </a:r>
        </a:p>
      </dsp:txBody>
      <dsp:txXfrm>
        <a:off x="0" y="0"/>
        <a:ext cx="10363200" cy="922589"/>
      </dsp:txXfrm>
    </dsp:sp>
    <dsp:sp modelId="{46616677-1A81-401C-A927-4C7CB838A832}">
      <dsp:nvSpPr>
        <dsp:cNvPr id="0" name=""/>
        <dsp:cNvSpPr/>
      </dsp:nvSpPr>
      <dsp:spPr>
        <a:xfrm>
          <a:off x="0" y="922589"/>
          <a:ext cx="10363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1FC9E7-338E-4FDA-BD06-784784A38733}">
      <dsp:nvSpPr>
        <dsp:cNvPr id="0" name=""/>
        <dsp:cNvSpPr/>
      </dsp:nvSpPr>
      <dsp:spPr>
        <a:xfrm>
          <a:off x="0" y="922589"/>
          <a:ext cx="10363200" cy="9225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 err="1"/>
            <a:t>Mecanism</a:t>
          </a:r>
          <a:r>
            <a:rPr lang="en-US" sz="2500" b="1" kern="1200" dirty="0"/>
            <a:t>:</a:t>
          </a:r>
          <a:r>
            <a:rPr lang="en-US" sz="2500" kern="1200" dirty="0"/>
            <a:t> </a:t>
          </a:r>
          <a:r>
            <a:rPr lang="en-US" sz="2500" kern="1200" dirty="0" err="1"/>
            <a:t>Stocheaza</a:t>
          </a:r>
          <a:r>
            <a:rPr lang="en-US" sz="2500" kern="1200" dirty="0"/>
            <a:t> </a:t>
          </a:r>
          <a:r>
            <a:rPr lang="en-US" sz="2500" kern="1200" dirty="0" err="1"/>
            <a:t>starea</a:t>
          </a:r>
          <a:r>
            <a:rPr lang="en-US" sz="2500" kern="1200" dirty="0"/>
            <a:t> </a:t>
          </a:r>
          <a:r>
            <a:rPr lang="en-US" sz="2500" kern="1200" dirty="0" err="1"/>
            <a:t>pinilor</a:t>
          </a:r>
          <a:r>
            <a:rPr lang="en-US" sz="2500" kern="1200" dirty="0"/>
            <a:t> (Low/High) </a:t>
          </a:r>
          <a:r>
            <a:rPr lang="en-US" sz="2500" kern="1200" dirty="0" err="1"/>
            <a:t>în</a:t>
          </a:r>
          <a:r>
            <a:rPr lang="en-US" sz="2500" kern="1200" dirty="0"/>
            <a:t> </a:t>
          </a:r>
          <a:r>
            <a:rPr lang="en-US" sz="2500" kern="1200" dirty="0" err="1"/>
            <a:t>memorie</a:t>
          </a:r>
          <a:r>
            <a:rPr lang="en-US" sz="2500" kern="1200" dirty="0"/>
            <a:t> (std::map).</a:t>
          </a:r>
        </a:p>
      </dsp:txBody>
      <dsp:txXfrm>
        <a:off x="0" y="922589"/>
        <a:ext cx="10363200" cy="922589"/>
      </dsp:txXfrm>
    </dsp:sp>
    <dsp:sp modelId="{EB45D45E-4342-4B72-B1CF-46CBE7887A0D}">
      <dsp:nvSpPr>
        <dsp:cNvPr id="0" name=""/>
        <dsp:cNvSpPr/>
      </dsp:nvSpPr>
      <dsp:spPr>
        <a:xfrm>
          <a:off x="0" y="1845178"/>
          <a:ext cx="10363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39C1F9-E38B-4FD4-AC61-7E319142D41A}">
      <dsp:nvSpPr>
        <dsp:cNvPr id="0" name=""/>
        <dsp:cNvSpPr/>
      </dsp:nvSpPr>
      <dsp:spPr>
        <a:xfrm>
          <a:off x="0" y="1845178"/>
          <a:ext cx="10363200" cy="9225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Output:</a:t>
          </a:r>
          <a:r>
            <a:rPr lang="en-US" sz="2500" kern="1200" dirty="0"/>
            <a:t> </a:t>
          </a:r>
          <a:r>
            <a:rPr lang="en-US" sz="2500" kern="1200" dirty="0" err="1"/>
            <a:t>Afisare</a:t>
          </a:r>
          <a:r>
            <a:rPr lang="en-US" sz="2500" kern="1200" dirty="0"/>
            <a:t> </a:t>
          </a:r>
          <a:r>
            <a:rPr lang="en-US" sz="2500" kern="1200" dirty="0" err="1"/>
            <a:t>în</a:t>
          </a:r>
          <a:r>
            <a:rPr lang="en-US" sz="2500" kern="1200" dirty="0"/>
            <a:t> </a:t>
          </a:r>
          <a:r>
            <a:rPr lang="en-US" sz="2500" kern="1200" dirty="0" err="1"/>
            <a:t>consola</a:t>
          </a:r>
          <a:r>
            <a:rPr lang="en-US" sz="2500" kern="1200" dirty="0"/>
            <a:t> </a:t>
          </a:r>
          <a:r>
            <a:rPr lang="en-US" sz="2500" kern="1200" dirty="0" err="1"/>
            <a:t>pentru</a:t>
          </a:r>
          <a:r>
            <a:rPr lang="en-US" sz="2500" kern="1200" dirty="0"/>
            <a:t> </a:t>
          </a:r>
          <a:r>
            <a:rPr lang="en-US" sz="2500" kern="1200" dirty="0" err="1"/>
            <a:t>fiecare</a:t>
          </a:r>
          <a:r>
            <a:rPr lang="en-US" sz="2500" kern="1200" dirty="0"/>
            <a:t> </a:t>
          </a:r>
          <a:r>
            <a:rPr lang="en-US" sz="2500" kern="1200" dirty="0" err="1"/>
            <a:t>operatie</a:t>
          </a:r>
          <a:r>
            <a:rPr lang="en-US" sz="2500" kern="1200" dirty="0"/>
            <a:t>.</a:t>
          </a:r>
        </a:p>
      </dsp:txBody>
      <dsp:txXfrm>
        <a:off x="0" y="1845178"/>
        <a:ext cx="10363200" cy="922589"/>
      </dsp:txXfrm>
    </dsp:sp>
    <dsp:sp modelId="{07E48808-DF1D-494D-8808-EB049950297A}">
      <dsp:nvSpPr>
        <dsp:cNvPr id="0" name=""/>
        <dsp:cNvSpPr/>
      </dsp:nvSpPr>
      <dsp:spPr>
        <a:xfrm>
          <a:off x="0" y="2767767"/>
          <a:ext cx="10363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4336DD-973D-4205-8CD2-7EC7E0F30338}">
      <dsp:nvSpPr>
        <dsp:cNvPr id="0" name=""/>
        <dsp:cNvSpPr/>
      </dsp:nvSpPr>
      <dsp:spPr>
        <a:xfrm>
          <a:off x="0" y="2767767"/>
          <a:ext cx="10363200" cy="9225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i="1" kern="1200" dirty="0" err="1"/>
            <a:t>Beneficiu</a:t>
          </a:r>
          <a:r>
            <a:rPr lang="en-US" sz="2500" i="1" kern="1200" dirty="0"/>
            <a:t>:</a:t>
          </a:r>
          <a:r>
            <a:rPr lang="en-US" sz="2500" kern="1200" dirty="0"/>
            <a:t> </a:t>
          </a:r>
          <a:r>
            <a:rPr lang="en-US" sz="2500" kern="1200" dirty="0" err="1"/>
            <a:t>Permite</a:t>
          </a:r>
          <a:r>
            <a:rPr lang="en-US" sz="2500" kern="1200" dirty="0"/>
            <a:t> </a:t>
          </a:r>
          <a:r>
            <a:rPr lang="en-US" sz="2500" kern="1200" dirty="0" err="1"/>
            <a:t>detectarea</a:t>
          </a:r>
          <a:r>
            <a:rPr lang="en-US" sz="2500" kern="1200" dirty="0"/>
            <a:t> </a:t>
          </a:r>
          <a:r>
            <a:rPr lang="en-US" sz="2500" kern="1200" dirty="0" err="1"/>
            <a:t>erorilor</a:t>
          </a:r>
          <a:r>
            <a:rPr lang="en-US" sz="2500" kern="1200" dirty="0"/>
            <a:t> de </a:t>
          </a:r>
          <a:r>
            <a:rPr lang="en-US" sz="2500" kern="1200" dirty="0" err="1"/>
            <a:t>logica</a:t>
          </a:r>
          <a:r>
            <a:rPr lang="en-US" sz="2500" kern="1200" dirty="0"/>
            <a:t> </a:t>
          </a:r>
          <a:r>
            <a:rPr lang="en-US" sz="2500" kern="1200" dirty="0" err="1"/>
            <a:t>inainte</a:t>
          </a:r>
          <a:r>
            <a:rPr lang="en-US" sz="2500" kern="1200" dirty="0"/>
            <a:t> ca </a:t>
          </a:r>
          <a:r>
            <a:rPr lang="en-US" sz="2500" kern="1200" dirty="0" err="1"/>
            <a:t>placa</a:t>
          </a:r>
          <a:r>
            <a:rPr lang="en-US" sz="2500" kern="1200" dirty="0"/>
            <a:t> hardware </a:t>
          </a:r>
          <a:r>
            <a:rPr lang="en-US" sz="2500" kern="1200" dirty="0" err="1"/>
            <a:t>sa</a:t>
          </a:r>
          <a:r>
            <a:rPr lang="en-US" sz="2500" kern="1200" dirty="0"/>
            <a:t> fie </a:t>
          </a:r>
          <a:r>
            <a:rPr lang="en-US" sz="2500" kern="1200" dirty="0" err="1"/>
            <a:t>utilizata</a:t>
          </a:r>
          <a:r>
            <a:rPr lang="en-US" sz="2500" kern="1200" dirty="0"/>
            <a:t>.</a:t>
          </a:r>
        </a:p>
      </dsp:txBody>
      <dsp:txXfrm>
        <a:off x="0" y="2767767"/>
        <a:ext cx="10363200" cy="92258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ED1F99-EB83-4CC6-BBDD-3A29A0E6AC61}">
      <dsp:nvSpPr>
        <dsp:cNvPr id="0" name=""/>
        <dsp:cNvSpPr/>
      </dsp:nvSpPr>
      <dsp:spPr>
        <a:xfrm>
          <a:off x="0" y="3178863"/>
          <a:ext cx="7213008" cy="208567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3144" tIns="263144" rIns="263144" bIns="263144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b="1" kern="1200"/>
            <a:t>Flux de Configurare:</a:t>
          </a:r>
          <a:endParaRPr lang="en-US" sz="3700" kern="1200"/>
        </a:p>
      </dsp:txBody>
      <dsp:txXfrm>
        <a:off x="0" y="3178863"/>
        <a:ext cx="7213008" cy="1126266"/>
      </dsp:txXfrm>
    </dsp:sp>
    <dsp:sp modelId="{FE67DE43-498E-4B6E-8565-7A16ED683590}">
      <dsp:nvSpPr>
        <dsp:cNvPr id="0" name=""/>
        <dsp:cNvSpPr/>
      </dsp:nvSpPr>
      <dsp:spPr>
        <a:xfrm>
          <a:off x="3521" y="4263416"/>
          <a:ext cx="2401988" cy="959412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27940" rIns="156464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/>
            <a:t>Pornire</a:t>
          </a:r>
          <a:r>
            <a:rPr lang="en-US" sz="2200" kern="1200" dirty="0"/>
            <a:t> Clock </a:t>
          </a:r>
          <a:r>
            <a:rPr lang="en-US" sz="2200" kern="1200" dirty="0" err="1"/>
            <a:t>Periferic</a:t>
          </a:r>
          <a:r>
            <a:rPr lang="en-US" sz="2200" kern="1200" dirty="0"/>
            <a:t> (PID).</a:t>
          </a:r>
        </a:p>
      </dsp:txBody>
      <dsp:txXfrm>
        <a:off x="3521" y="4263416"/>
        <a:ext cx="2401988" cy="959412"/>
      </dsp:txXfrm>
    </dsp:sp>
    <dsp:sp modelId="{6A72AFB1-7048-48D1-8B11-6BEF2D59B746}">
      <dsp:nvSpPr>
        <dsp:cNvPr id="0" name=""/>
        <dsp:cNvSpPr/>
      </dsp:nvSpPr>
      <dsp:spPr>
        <a:xfrm>
          <a:off x="2405509" y="4263416"/>
          <a:ext cx="2401988" cy="959412"/>
        </a:xfrm>
        <a:prstGeom prst="rect">
          <a:avLst/>
        </a:prstGeom>
        <a:solidFill>
          <a:schemeClr val="accent2">
            <a:tint val="40000"/>
            <a:alpha val="90000"/>
            <a:hueOff val="3707439"/>
            <a:satOff val="-3703"/>
            <a:lumOff val="1707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3707439"/>
              <a:satOff val="-3703"/>
              <a:lumOff val="17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27940" rIns="156464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/>
            <a:t>Configurare</a:t>
          </a:r>
          <a:r>
            <a:rPr lang="en-US" sz="2200" kern="1200" dirty="0"/>
            <a:t> </a:t>
          </a:r>
          <a:r>
            <a:rPr lang="en-US" sz="2200" kern="1200" dirty="0" err="1"/>
            <a:t>Directie</a:t>
          </a:r>
          <a:r>
            <a:rPr lang="en-US" sz="2200" kern="1200" dirty="0"/>
            <a:t>/Pull-up.</a:t>
          </a:r>
        </a:p>
      </dsp:txBody>
      <dsp:txXfrm>
        <a:off x="2405509" y="4263416"/>
        <a:ext cx="2401988" cy="959412"/>
      </dsp:txXfrm>
    </dsp:sp>
    <dsp:sp modelId="{CD2CC186-CF77-4574-B1FF-A27BE133E3AA}">
      <dsp:nvSpPr>
        <dsp:cNvPr id="0" name=""/>
        <dsp:cNvSpPr/>
      </dsp:nvSpPr>
      <dsp:spPr>
        <a:xfrm>
          <a:off x="4807498" y="4263416"/>
          <a:ext cx="2401988" cy="959412"/>
        </a:xfrm>
        <a:prstGeom prst="rect">
          <a:avLst/>
        </a:prstGeom>
        <a:solidFill>
          <a:schemeClr val="accent2">
            <a:tint val="40000"/>
            <a:alpha val="90000"/>
            <a:hueOff val="7414877"/>
            <a:satOff val="-7406"/>
            <a:lumOff val="3414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7414877"/>
              <a:satOff val="-7406"/>
              <a:lumOff val="34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27940" rIns="156464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Set/Clear</a:t>
          </a:r>
        </a:p>
      </dsp:txBody>
      <dsp:txXfrm>
        <a:off x="4807498" y="4263416"/>
        <a:ext cx="2401988" cy="959412"/>
      </dsp:txXfrm>
    </dsp:sp>
    <dsp:sp modelId="{B274FC1A-C345-4245-90A8-26CC163E93E5}">
      <dsp:nvSpPr>
        <dsp:cNvPr id="0" name=""/>
        <dsp:cNvSpPr/>
      </dsp:nvSpPr>
      <dsp:spPr>
        <a:xfrm rot="10800000">
          <a:off x="0" y="2374"/>
          <a:ext cx="7213008" cy="3207773"/>
        </a:xfrm>
        <a:prstGeom prst="upArrowCallout">
          <a:avLst/>
        </a:prstGeom>
        <a:solidFill>
          <a:schemeClr val="accent2">
            <a:hueOff val="7072097"/>
            <a:satOff val="-26638"/>
            <a:lumOff val="2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3144" tIns="263144" rIns="263144" bIns="263144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b="1" kern="1200" dirty="0"/>
            <a:t>Control Direct Hardware:</a:t>
          </a:r>
          <a:r>
            <a:rPr lang="en-US" sz="3700" kern="1200" dirty="0"/>
            <a:t> </a:t>
          </a:r>
          <a:r>
            <a:rPr lang="en-US" sz="3700" kern="1200" dirty="0" err="1"/>
            <a:t>Acces</a:t>
          </a:r>
          <a:r>
            <a:rPr lang="en-US" sz="3700" kern="1200" dirty="0"/>
            <a:t> direct la </a:t>
          </a:r>
          <a:r>
            <a:rPr lang="en-US" sz="3700" kern="1200" dirty="0" err="1"/>
            <a:t>registri</a:t>
          </a:r>
          <a:r>
            <a:rPr lang="en-US" sz="3700" kern="1200" dirty="0"/>
            <a:t> (Memory Mapped I/O).</a:t>
          </a:r>
        </a:p>
      </dsp:txBody>
      <dsp:txXfrm rot="10800000">
        <a:off x="0" y="2374"/>
        <a:ext cx="7213008" cy="208431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16DBBA-5434-42EC-AFF8-968742D45A92}">
      <dsp:nvSpPr>
        <dsp:cNvPr id="0" name=""/>
        <dsp:cNvSpPr/>
      </dsp:nvSpPr>
      <dsp:spPr>
        <a:xfrm>
          <a:off x="0" y="37408"/>
          <a:ext cx="7039018" cy="8634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 err="1"/>
            <a:t>Pinul</a:t>
          </a:r>
          <a:r>
            <a:rPr lang="en-US" sz="3600" b="1" kern="1200" dirty="0"/>
            <a:t> PB12 (System Erase):</a:t>
          </a:r>
          <a:endParaRPr lang="en-US" sz="3600" kern="1200" dirty="0"/>
        </a:p>
      </dsp:txBody>
      <dsp:txXfrm>
        <a:off x="42151" y="79559"/>
        <a:ext cx="6954716" cy="779158"/>
      </dsp:txXfrm>
    </dsp:sp>
    <dsp:sp modelId="{61960A82-2676-42B3-AA53-0B18F4865744}">
      <dsp:nvSpPr>
        <dsp:cNvPr id="0" name=""/>
        <dsp:cNvSpPr/>
      </dsp:nvSpPr>
      <dsp:spPr>
        <a:xfrm>
          <a:off x="0" y="900868"/>
          <a:ext cx="7039018" cy="1341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3489" tIns="45720" rIns="256032" bIns="45720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kern="1200" dirty="0"/>
            <a:t>Default = PIN Erase.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kern="1200" dirty="0" err="1"/>
            <a:t>Rescriere</a:t>
          </a:r>
          <a:r>
            <a:rPr lang="en-US" sz="2800" kern="1200" dirty="0"/>
            <a:t> </a:t>
          </a:r>
          <a:r>
            <a:rPr lang="en-US" sz="2800" kern="1200" dirty="0" err="1"/>
            <a:t>registru</a:t>
          </a:r>
          <a:r>
            <a:rPr lang="en-US" sz="2800" kern="1200" dirty="0"/>
            <a:t> CCFG_SYSIO </a:t>
          </a:r>
          <a:r>
            <a:rPr lang="en-US" sz="2800" kern="1200" dirty="0" err="1"/>
            <a:t>pentru</a:t>
          </a:r>
          <a:r>
            <a:rPr lang="en-US" sz="2800" kern="1200" dirty="0"/>
            <a:t> a </a:t>
          </a:r>
          <a:r>
            <a:rPr lang="en-US" sz="2800" kern="1200" dirty="0" err="1"/>
            <a:t>dezactiva</a:t>
          </a:r>
          <a:r>
            <a:rPr lang="en-US" sz="2800" kern="1200" dirty="0"/>
            <a:t> </a:t>
          </a:r>
          <a:r>
            <a:rPr lang="en-US" sz="2800" kern="1200" dirty="0" err="1"/>
            <a:t>functia</a:t>
          </a:r>
          <a:r>
            <a:rPr lang="en-US" sz="2800" kern="1200" dirty="0"/>
            <a:t> ERASE.</a:t>
          </a:r>
        </a:p>
      </dsp:txBody>
      <dsp:txXfrm>
        <a:off x="0" y="900868"/>
        <a:ext cx="7039018" cy="1341360"/>
      </dsp:txXfrm>
    </dsp:sp>
    <dsp:sp modelId="{1843AB7C-DF3B-4A0B-B467-C477183453D1}">
      <dsp:nvSpPr>
        <dsp:cNvPr id="0" name=""/>
        <dsp:cNvSpPr/>
      </dsp:nvSpPr>
      <dsp:spPr>
        <a:xfrm>
          <a:off x="0" y="2242228"/>
          <a:ext cx="7039018" cy="863460"/>
        </a:xfrm>
        <a:prstGeom prst="roundRect">
          <a:avLst/>
        </a:prstGeom>
        <a:solidFill>
          <a:schemeClr val="accent5">
            <a:hueOff val="9010794"/>
            <a:satOff val="-22539"/>
            <a:lumOff val="-2451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 err="1"/>
            <a:t>Multiplexare</a:t>
          </a:r>
          <a:r>
            <a:rPr lang="en-US" sz="3600" b="1" kern="1200" dirty="0"/>
            <a:t> (UART/ADC):</a:t>
          </a:r>
          <a:endParaRPr lang="en-US" sz="3600" kern="1200" dirty="0"/>
        </a:p>
      </dsp:txBody>
      <dsp:txXfrm>
        <a:off x="42151" y="2284379"/>
        <a:ext cx="6954716" cy="779158"/>
      </dsp:txXfrm>
    </dsp:sp>
    <dsp:sp modelId="{89977009-C3DA-4B6B-87C7-D81F6E02CF62}">
      <dsp:nvSpPr>
        <dsp:cNvPr id="0" name=""/>
        <dsp:cNvSpPr/>
      </dsp:nvSpPr>
      <dsp:spPr>
        <a:xfrm>
          <a:off x="0" y="3105688"/>
          <a:ext cx="7039018" cy="21238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3489" tIns="45720" rIns="256032" bIns="45720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kern="1200" dirty="0" err="1"/>
            <a:t>Pinii</a:t>
          </a:r>
          <a:r>
            <a:rPr lang="en-US" sz="2800" kern="1200" dirty="0"/>
            <a:t> PA9/PA10 </a:t>
          </a:r>
          <a:r>
            <a:rPr lang="en-US" sz="2800" kern="1200" dirty="0" err="1"/>
            <a:t>necesita</a:t>
          </a:r>
          <a:r>
            <a:rPr lang="en-US" sz="2800" kern="1200" dirty="0"/>
            <a:t> </a:t>
          </a:r>
          <a:r>
            <a:rPr lang="en-US" sz="2800" kern="1200" dirty="0" err="1"/>
            <a:t>functii</a:t>
          </a:r>
          <a:r>
            <a:rPr lang="en-US" sz="2800" kern="1200" dirty="0"/>
            <a:t> </a:t>
          </a:r>
          <a:r>
            <a:rPr lang="en-US" sz="2800" kern="1200" dirty="0" err="1"/>
            <a:t>periferice</a:t>
          </a:r>
          <a:r>
            <a:rPr lang="en-US" sz="2800" kern="1200" dirty="0"/>
            <a:t>, nu GPIO </a:t>
          </a:r>
          <a:r>
            <a:rPr lang="en-US" sz="2800" kern="1200" dirty="0" err="1"/>
            <a:t>simplu</a:t>
          </a:r>
          <a:r>
            <a:rPr lang="en-US" sz="2800" kern="1200" dirty="0"/>
            <a:t>.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kern="1200" dirty="0"/>
            <a:t>Driver-ul </a:t>
          </a:r>
          <a:r>
            <a:rPr lang="en-US" sz="2800" kern="1200" dirty="0" err="1"/>
            <a:t>dezactiveaza</a:t>
          </a:r>
          <a:r>
            <a:rPr lang="en-US" sz="2800" kern="1200" dirty="0"/>
            <a:t> PIO (P_DIS) </a:t>
          </a:r>
          <a:r>
            <a:rPr lang="en-US" sz="2800" kern="1200" dirty="0" err="1"/>
            <a:t>si</a:t>
          </a:r>
          <a:r>
            <a:rPr lang="en-US" sz="2800" kern="1200" dirty="0"/>
            <a:t> </a:t>
          </a:r>
          <a:r>
            <a:rPr lang="en-US" sz="2800" kern="1200" dirty="0" err="1"/>
            <a:t>preda</a:t>
          </a:r>
          <a:r>
            <a:rPr lang="en-US" sz="2800" kern="1200" dirty="0"/>
            <a:t> </a:t>
          </a:r>
          <a:r>
            <a:rPr lang="en-US" sz="2800" kern="1200" dirty="0" err="1"/>
            <a:t>controlul</a:t>
          </a:r>
          <a:r>
            <a:rPr lang="en-US" sz="2800" kern="1200" dirty="0"/>
            <a:t> </a:t>
          </a:r>
          <a:r>
            <a:rPr lang="en-US" sz="2800" kern="1200" dirty="0" err="1"/>
            <a:t>catre</a:t>
          </a:r>
          <a:r>
            <a:rPr lang="en-US" sz="2800" kern="1200" dirty="0"/>
            <a:t> </a:t>
          </a:r>
          <a:r>
            <a:rPr lang="en-US" sz="2800" kern="1200" dirty="0" err="1"/>
            <a:t>perifericele</a:t>
          </a:r>
          <a:r>
            <a:rPr lang="en-US" sz="2800" kern="1200" dirty="0"/>
            <a:t> interne.</a:t>
          </a:r>
        </a:p>
      </dsp:txBody>
      <dsp:txXfrm>
        <a:off x="0" y="3105688"/>
        <a:ext cx="7039018" cy="212382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0DC848-C563-4259-95C6-0A00C5D6D683}">
      <dsp:nvSpPr>
        <dsp:cNvPr id="0" name=""/>
        <dsp:cNvSpPr/>
      </dsp:nvSpPr>
      <dsp:spPr>
        <a:xfrm>
          <a:off x="0" y="35225"/>
          <a:ext cx="10890928" cy="1272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 err="1"/>
            <a:t>Selectia</a:t>
          </a:r>
          <a:r>
            <a:rPr lang="en-US" sz="3200" b="1" kern="1200" dirty="0"/>
            <a:t> Hardware:</a:t>
          </a:r>
          <a:r>
            <a:rPr lang="en-US" sz="3200" kern="1200" dirty="0"/>
            <a:t> </a:t>
          </a:r>
          <a:r>
            <a:rPr lang="en-US" sz="3200" kern="1200" dirty="0" err="1"/>
            <a:t>Criterii</a:t>
          </a:r>
          <a:r>
            <a:rPr lang="en-US" sz="3200" kern="1200" dirty="0"/>
            <a:t> </a:t>
          </a:r>
          <a:r>
            <a:rPr lang="en-US" sz="3200" kern="1200" dirty="0" err="1"/>
            <a:t>cheie</a:t>
          </a:r>
          <a:r>
            <a:rPr lang="en-US" sz="3200" kern="1200" dirty="0"/>
            <a:t> - </a:t>
          </a:r>
          <a:r>
            <a:rPr lang="en-US" sz="3200" kern="1200" dirty="0" err="1"/>
            <a:t>Putere</a:t>
          </a:r>
          <a:r>
            <a:rPr lang="en-US" sz="3200" kern="1200" dirty="0"/>
            <a:t> vs </a:t>
          </a:r>
          <a:r>
            <a:rPr lang="en-US" sz="3200" kern="1200" dirty="0" err="1"/>
            <a:t>Performanta</a:t>
          </a:r>
          <a:r>
            <a:rPr lang="en-US" sz="3200" kern="1200" dirty="0"/>
            <a:t>, </a:t>
          </a:r>
          <a:r>
            <a:rPr lang="en-US" sz="3200" kern="1200" dirty="0" err="1"/>
            <a:t>Longevitate</a:t>
          </a:r>
          <a:r>
            <a:rPr lang="en-US" sz="3200" kern="1200" dirty="0"/>
            <a:t> pe </a:t>
          </a:r>
          <a:r>
            <a:rPr lang="en-US" sz="3200" kern="1200" dirty="0" err="1"/>
            <a:t>piata</a:t>
          </a:r>
          <a:r>
            <a:rPr lang="en-US" sz="3200" kern="1200" dirty="0"/>
            <a:t>.</a:t>
          </a:r>
        </a:p>
      </dsp:txBody>
      <dsp:txXfrm>
        <a:off x="62141" y="97366"/>
        <a:ext cx="10766646" cy="1148678"/>
      </dsp:txXfrm>
    </dsp:sp>
    <dsp:sp modelId="{777E656E-8488-4563-B94F-0E40F738AAE4}">
      <dsp:nvSpPr>
        <dsp:cNvPr id="0" name=""/>
        <dsp:cNvSpPr/>
      </dsp:nvSpPr>
      <dsp:spPr>
        <a:xfrm>
          <a:off x="0" y="1400346"/>
          <a:ext cx="10890928" cy="1272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 err="1"/>
            <a:t>Arhitectura</a:t>
          </a:r>
          <a:r>
            <a:rPr lang="en-US" sz="3200" b="1" kern="1200" dirty="0"/>
            <a:t> Multi-Target:</a:t>
          </a:r>
          <a:r>
            <a:rPr lang="en-US" sz="3200" kern="1200" dirty="0"/>
            <a:t> </a:t>
          </a:r>
          <a:r>
            <a:rPr lang="en-US" sz="3200" kern="1200" dirty="0" err="1"/>
            <a:t>Asigurată</a:t>
          </a:r>
          <a:r>
            <a:rPr lang="en-US" sz="3200" kern="1200" dirty="0"/>
            <a:t> </a:t>
          </a:r>
          <a:r>
            <a:rPr lang="en-US" sz="3200" kern="1200" dirty="0" err="1"/>
            <a:t>prin</a:t>
          </a:r>
          <a:r>
            <a:rPr lang="en-US" sz="3200" kern="1200" dirty="0"/>
            <a:t> header </a:t>
          </a:r>
          <a:r>
            <a:rPr lang="en-US" sz="3200" kern="1200" dirty="0" err="1"/>
            <a:t>unic</a:t>
          </a:r>
          <a:r>
            <a:rPr lang="en-US" sz="3200" kern="1200" dirty="0"/>
            <a:t> </a:t>
          </a:r>
          <a:r>
            <a:rPr lang="en-US" sz="3200" kern="1200" dirty="0" err="1"/>
            <a:t>si</a:t>
          </a:r>
          <a:r>
            <a:rPr lang="en-US" sz="3200" kern="1200" dirty="0"/>
            <a:t> </a:t>
          </a:r>
          <a:r>
            <a:rPr lang="en-US" sz="3200" kern="1200" dirty="0" err="1"/>
            <a:t>selectie</a:t>
          </a:r>
          <a:r>
            <a:rPr lang="en-US" sz="3200" kern="1200" dirty="0"/>
            <a:t> la </a:t>
          </a:r>
          <a:r>
            <a:rPr lang="en-US" sz="3200" kern="1200" dirty="0" err="1"/>
            <a:t>compilare</a:t>
          </a:r>
          <a:r>
            <a:rPr lang="en-US" sz="3200" kern="1200" dirty="0"/>
            <a:t> (</a:t>
          </a:r>
          <a:r>
            <a:rPr lang="en-US" sz="3200" kern="1200" dirty="0" err="1"/>
            <a:t>CMake</a:t>
          </a:r>
          <a:r>
            <a:rPr lang="en-US" sz="3200" kern="1200" dirty="0"/>
            <a:t>), nu </a:t>
          </a:r>
          <a:r>
            <a:rPr lang="en-US" sz="3200" kern="1200" dirty="0" err="1"/>
            <a:t>prin</a:t>
          </a:r>
          <a:r>
            <a:rPr lang="en-US" sz="3200" kern="1200" dirty="0"/>
            <a:t> </a:t>
          </a:r>
          <a:r>
            <a:rPr lang="en-US" sz="3200" kern="1200" dirty="0" err="1"/>
            <a:t>macrouri</a:t>
          </a:r>
          <a:r>
            <a:rPr lang="en-US" sz="3200" kern="1200" dirty="0"/>
            <a:t> #ifdef.</a:t>
          </a:r>
        </a:p>
      </dsp:txBody>
      <dsp:txXfrm>
        <a:off x="62141" y="1462487"/>
        <a:ext cx="10766646" cy="1148678"/>
      </dsp:txXfrm>
    </dsp:sp>
    <dsp:sp modelId="{E9C4A38B-3C5B-4C6D-9741-543EED451906}">
      <dsp:nvSpPr>
        <dsp:cNvPr id="0" name=""/>
        <dsp:cNvSpPr/>
      </dsp:nvSpPr>
      <dsp:spPr>
        <a:xfrm>
          <a:off x="0" y="2765466"/>
          <a:ext cx="10890928" cy="1272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 err="1"/>
            <a:t>Prioritizare</a:t>
          </a:r>
          <a:r>
            <a:rPr lang="en-US" sz="3200" b="1" kern="1200" dirty="0"/>
            <a:t>:</a:t>
          </a:r>
          <a:r>
            <a:rPr lang="en-US" sz="3200" kern="1200" dirty="0"/>
            <a:t> (1) </a:t>
          </a:r>
          <a:r>
            <a:rPr lang="en-US" sz="3200" kern="1200" dirty="0" err="1"/>
            <a:t>Interfata</a:t>
          </a:r>
          <a:r>
            <a:rPr lang="en-US" sz="3200" kern="1200" dirty="0"/>
            <a:t> &amp; Mock -&gt; (2) Teste Automate -&gt; (3) </a:t>
          </a:r>
          <a:r>
            <a:rPr lang="en-US" sz="3200" kern="1200" dirty="0" err="1"/>
            <a:t>Drivere</a:t>
          </a:r>
          <a:r>
            <a:rPr lang="en-US" sz="3200" kern="1200" dirty="0"/>
            <a:t> </a:t>
          </a:r>
          <a:r>
            <a:rPr lang="en-US" sz="3200" kern="1200" dirty="0" err="1"/>
            <a:t>Critice</a:t>
          </a:r>
          <a:r>
            <a:rPr lang="en-US" sz="3200" kern="1200" dirty="0"/>
            <a:t>.</a:t>
          </a:r>
        </a:p>
      </dsp:txBody>
      <dsp:txXfrm>
        <a:off x="62141" y="2827607"/>
        <a:ext cx="10766646" cy="114867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997417-E5E9-48C3-835C-86C5837B0188}">
      <dsp:nvSpPr>
        <dsp:cNvPr id="0" name=""/>
        <dsp:cNvSpPr/>
      </dsp:nvSpPr>
      <dsp:spPr>
        <a:xfrm>
          <a:off x="1329" y="141566"/>
          <a:ext cx="4666401" cy="29631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F834AE-C6A9-45EB-AEB4-9CA0D4489D99}">
      <dsp:nvSpPr>
        <dsp:cNvPr id="0" name=""/>
        <dsp:cNvSpPr/>
      </dsp:nvSpPr>
      <dsp:spPr>
        <a:xfrm>
          <a:off x="519818" y="634131"/>
          <a:ext cx="4666401" cy="29631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BSP-ul </a:t>
          </a:r>
          <a:r>
            <a:rPr lang="en-US" sz="3100" kern="1200" dirty="0" err="1"/>
            <a:t>ruleaza</a:t>
          </a:r>
          <a:r>
            <a:rPr lang="en-US" sz="3100" kern="1200" dirty="0"/>
            <a:t> </a:t>
          </a:r>
          <a:r>
            <a:rPr lang="en-US" sz="3100" kern="1200" dirty="0" err="1"/>
            <a:t>corect</a:t>
          </a:r>
          <a:r>
            <a:rPr lang="en-US" sz="3100" kern="1200" dirty="0"/>
            <a:t> pe </a:t>
          </a:r>
          <a:r>
            <a:rPr lang="en-US" sz="3100" kern="1200" dirty="0" err="1"/>
            <a:t>ambele</a:t>
          </a:r>
          <a:r>
            <a:rPr lang="en-US" sz="3100" kern="1200" dirty="0"/>
            <a:t> </a:t>
          </a:r>
          <a:r>
            <a:rPr lang="en-US" sz="3100" kern="1200" dirty="0" err="1"/>
            <a:t>platforme</a:t>
          </a:r>
          <a:endParaRPr lang="en-US" sz="3100" kern="1200" dirty="0"/>
        </a:p>
      </dsp:txBody>
      <dsp:txXfrm>
        <a:off x="606606" y="720919"/>
        <a:ext cx="4492825" cy="2789588"/>
      </dsp:txXfrm>
    </dsp:sp>
    <dsp:sp modelId="{A5FEF86A-85D6-45D9-980E-4368298A2F3A}">
      <dsp:nvSpPr>
        <dsp:cNvPr id="0" name=""/>
        <dsp:cNvSpPr/>
      </dsp:nvSpPr>
      <dsp:spPr>
        <a:xfrm>
          <a:off x="5704709" y="141566"/>
          <a:ext cx="4666401" cy="29631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EFD2FA-A2D0-4F65-B0D0-B0CCD9811FD8}">
      <dsp:nvSpPr>
        <dsp:cNvPr id="0" name=""/>
        <dsp:cNvSpPr/>
      </dsp:nvSpPr>
      <dsp:spPr>
        <a:xfrm>
          <a:off x="6223198" y="634131"/>
          <a:ext cx="4666401" cy="29631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 dirty="0" err="1"/>
            <a:t>Modularitate</a:t>
          </a:r>
          <a:r>
            <a:rPr lang="en-US" sz="3100" b="1" kern="1200" dirty="0"/>
            <a:t>:</a:t>
          </a:r>
          <a:r>
            <a:rPr lang="en-US" sz="3100" kern="1200" dirty="0"/>
            <a:t> </a:t>
          </a:r>
          <a:r>
            <a:rPr lang="en-US" sz="3100" kern="1200" dirty="0" err="1"/>
            <a:t>Adaugarea</a:t>
          </a:r>
          <a:r>
            <a:rPr lang="en-US" sz="3100" kern="1200" dirty="0"/>
            <a:t> </a:t>
          </a:r>
          <a:r>
            <a:rPr lang="en-US" sz="3100" kern="1200" dirty="0" err="1"/>
            <a:t>unei</a:t>
          </a:r>
          <a:r>
            <a:rPr lang="en-US" sz="3100" kern="1200" dirty="0"/>
            <a:t> </a:t>
          </a:r>
          <a:r>
            <a:rPr lang="en-US" sz="3100" kern="1200" dirty="0" err="1"/>
            <a:t>noi</a:t>
          </a:r>
          <a:r>
            <a:rPr lang="en-US" sz="3100" kern="1200" dirty="0"/>
            <a:t> </a:t>
          </a:r>
          <a:r>
            <a:rPr lang="en-US" sz="3100" kern="1200" dirty="0" err="1"/>
            <a:t>placi</a:t>
          </a:r>
          <a:r>
            <a:rPr lang="en-US" sz="3100" kern="1200" dirty="0"/>
            <a:t> </a:t>
          </a:r>
          <a:r>
            <a:rPr lang="en-US" sz="3100" kern="1200" dirty="0" err="1"/>
            <a:t>necesita</a:t>
          </a:r>
          <a:r>
            <a:rPr lang="en-US" sz="3100" kern="1200" dirty="0"/>
            <a:t> </a:t>
          </a:r>
          <a:r>
            <a:rPr lang="en-US" sz="3100" kern="1200" dirty="0" err="1"/>
            <a:t>doar</a:t>
          </a:r>
          <a:r>
            <a:rPr lang="en-US" sz="3100" kern="1200" dirty="0"/>
            <a:t> un nou </a:t>
          </a:r>
          <a:r>
            <a:rPr lang="en-US" sz="3100" kern="1200" dirty="0" err="1"/>
            <a:t>fisier</a:t>
          </a:r>
          <a:r>
            <a:rPr lang="en-US" sz="3100" kern="1200" dirty="0"/>
            <a:t> backend.</a:t>
          </a:r>
        </a:p>
      </dsp:txBody>
      <dsp:txXfrm>
        <a:off x="6309986" y="720919"/>
        <a:ext cx="4492825" cy="27895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364924-94DF-4FA2-92A3-D580D8B47032}" type="datetimeFigureOut">
              <a:rPr lang="en-US" smtClean="0"/>
              <a:t>01/27/26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229DA2-695D-4F74-9D32-C0F54F115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760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229DA2-695D-4F74-9D32-C0F54F11584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3665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01/27/26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859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01/27/26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038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01/27/26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703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01/27/26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257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01/27/26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742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01/27/26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964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01/27/26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843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01/27/26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32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01/27/26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300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01/27/26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138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01/27/26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5565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01/27/26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3158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FD1D2CD-954D-4C4D-B505-05EAD159B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C898B1-6BD3-145C-F834-9922FA07B5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600"/>
            <a:ext cx="4670661" cy="3030842"/>
          </a:xfrm>
        </p:spPr>
        <p:txBody>
          <a:bodyPr>
            <a:normAutofit/>
          </a:bodyPr>
          <a:lstStyle/>
          <a:p>
            <a:r>
              <a:rPr lang="en-US" dirty="0" err="1"/>
              <a:t>Proiect</a:t>
            </a:r>
            <a:r>
              <a:rPr lang="en-US" dirty="0"/>
              <a:t> BSP Software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FFAE29-E773-DC34-0564-1F0A701CD3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4670660" cy="1287887"/>
          </a:xfrm>
        </p:spPr>
        <p:txBody>
          <a:bodyPr>
            <a:normAutofit/>
          </a:bodyPr>
          <a:lstStyle/>
          <a:p>
            <a:r>
              <a:rPr lang="en-US" dirty="0"/>
              <a:t>BSP Modular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Sateliti</a:t>
            </a:r>
            <a:endParaRPr lang="en-US" dirty="0"/>
          </a:p>
          <a:p>
            <a:r>
              <a:rPr lang="en-US" dirty="0"/>
              <a:t>Stanca George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132AEA7-A24A-45A9-BF8F-D0AFF34DF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805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BA7E0C75-1C3D-BA26-3840-E442DAAF08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76" r="41069" b="-1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902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4641863-1FC7-65C8-AC8F-D7D9F89AF5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5182107"/>
              </p:ext>
            </p:extLst>
          </p:nvPr>
        </p:nvGraphicFramePr>
        <p:xfrm>
          <a:off x="650536" y="1364742"/>
          <a:ext cx="10890928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42014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65EC39-E3F1-C39A-2AEF-8E495B2D2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677920" cy="3919267"/>
          </a:xfrm>
        </p:spPr>
        <p:txBody>
          <a:bodyPr anchor="t">
            <a:normAutofit/>
          </a:bodyPr>
          <a:lstStyle/>
          <a:p>
            <a:r>
              <a:rPr lang="en-US"/>
              <a:t>Contextul Proiectului</a:t>
            </a:r>
            <a:br>
              <a:rPr lang="en-US"/>
            </a:br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0BBF191-9CC8-4313-B1CA-8DF1A53AE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7B585F4-D9F1-7812-9419-6061C79716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2544271"/>
              </p:ext>
            </p:extLst>
          </p:nvPr>
        </p:nvGraphicFramePr>
        <p:xfrm>
          <a:off x="5051651" y="1371600"/>
          <a:ext cx="6479357" cy="49263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23805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10D09C-EFEA-8131-58C2-AA2B81E30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677920" cy="3919267"/>
          </a:xfrm>
        </p:spPr>
        <p:txBody>
          <a:bodyPr anchor="t">
            <a:normAutofit/>
          </a:bodyPr>
          <a:lstStyle/>
          <a:p>
            <a:r>
              <a:rPr lang="en-US"/>
              <a:t> Obiective Tehnice</a:t>
            </a:r>
            <a:br>
              <a:rPr lang="en-US"/>
            </a:b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0BBF191-9CC8-4313-B1CA-8DF1A53AE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685F15F8-410B-8920-45C7-2130F02BD2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4968273"/>
              </p:ext>
            </p:extLst>
          </p:nvPr>
        </p:nvGraphicFramePr>
        <p:xfrm>
          <a:off x="4434841" y="1031001"/>
          <a:ext cx="7096168" cy="52669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18914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F22818-3BD0-7AE9-9DAB-BF578BBD0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3000587" cy="4160520"/>
          </a:xfrm>
        </p:spPr>
        <p:txBody>
          <a:bodyPr anchor="t">
            <a:normAutofit/>
          </a:bodyPr>
          <a:lstStyle/>
          <a:p>
            <a:r>
              <a:rPr lang="en-US" sz="3600"/>
              <a:t>Arhitectura Software</a:t>
            </a:r>
            <a:br>
              <a:rPr lang="en-US" sz="3600"/>
            </a:br>
            <a:endParaRPr lang="en-US" sz="360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50D572B-314D-3541-1215-2FDFC9F935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4355271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79339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637580D-1176-4083-A9A1-BD8ED08996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191F1D-83EC-788E-A923-C0AFCDC70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0152" cy="113991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/>
              <a:t>Implementare MOCK</a:t>
            </a:r>
            <a:br>
              <a:rPr lang="en-US" sz="3700"/>
            </a:br>
            <a:endParaRPr lang="en-US" sz="37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9C96FDC-E4C2-7D8A-44BA-572E7CD9E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1585" y="1027306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2A152B3-1013-22D6-07FA-A094D10798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8473911"/>
              </p:ext>
            </p:extLst>
          </p:nvPr>
        </p:nvGraphicFramePr>
        <p:xfrm>
          <a:off x="914400" y="2607561"/>
          <a:ext cx="10363200" cy="36903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54459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2D36EF-9D67-8360-CDD4-0D08BF914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677920" cy="3919267"/>
          </a:xfrm>
        </p:spPr>
        <p:txBody>
          <a:bodyPr anchor="t">
            <a:normAutofit/>
          </a:bodyPr>
          <a:lstStyle/>
          <a:p>
            <a:r>
              <a:rPr lang="en-US"/>
              <a:t>Implementare TARGET</a:t>
            </a:r>
            <a:br>
              <a:rPr lang="en-US"/>
            </a:b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0BBF191-9CC8-4313-B1CA-8DF1A53AE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A22CC555-3D87-4BAC-034B-7218CC75E6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6449868"/>
              </p:ext>
            </p:extLst>
          </p:nvPr>
        </p:nvGraphicFramePr>
        <p:xfrm>
          <a:off x="4318001" y="1031001"/>
          <a:ext cx="7213008" cy="52669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46666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37CD88-5FC0-AE8A-FD08-B922F0D85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677920" cy="3919267"/>
          </a:xfrm>
        </p:spPr>
        <p:txBody>
          <a:bodyPr anchor="t">
            <a:normAutofit/>
          </a:bodyPr>
          <a:lstStyle/>
          <a:p>
            <a:r>
              <a:rPr lang="en-US" dirty="0" err="1"/>
              <a:t>Provocari</a:t>
            </a:r>
            <a:r>
              <a:rPr lang="en-US" dirty="0"/>
              <a:t> </a:t>
            </a:r>
            <a:r>
              <a:rPr lang="en-US" dirty="0" err="1"/>
              <a:t>Tehnice</a:t>
            </a:r>
            <a:br>
              <a:rPr lang="en-US" dirty="0"/>
            </a:br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0BBF191-9CC8-4313-B1CA-8DF1A53AE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76828E2A-F443-B093-F215-778F518AA9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2990837"/>
              </p:ext>
            </p:extLst>
          </p:nvPr>
        </p:nvGraphicFramePr>
        <p:xfrm>
          <a:off x="4491991" y="1031001"/>
          <a:ext cx="7039018" cy="52669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94314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CABF6-138B-81D9-23BC-1D36AE4FA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Reflectie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Analiza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8605E5F-5976-C8B7-71AA-183339E28E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6353246"/>
              </p:ext>
            </p:extLst>
          </p:nvPr>
        </p:nvGraphicFramePr>
        <p:xfrm>
          <a:off x="640080" y="2125980"/>
          <a:ext cx="10890928" cy="40736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07811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83116F-B928-85CE-07F6-0E025CA89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en-US"/>
              <a:t>Concluzii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A2520D4A-1F7C-D896-5728-1B6C090B26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5093507"/>
              </p:ext>
            </p:extLst>
          </p:nvPr>
        </p:nvGraphicFramePr>
        <p:xfrm>
          <a:off x="640079" y="2559050"/>
          <a:ext cx="10890929" cy="373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1726856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412</Words>
  <Application>Microsoft Office PowerPoint</Application>
  <PresentationFormat>Widescreen</PresentationFormat>
  <Paragraphs>55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Grandview Display</vt:lpstr>
      <vt:lpstr>DashVTI</vt:lpstr>
      <vt:lpstr>Proiect BSP Software</vt:lpstr>
      <vt:lpstr>PowerPoint Presentation</vt:lpstr>
      <vt:lpstr>Contextul Proiectului </vt:lpstr>
      <vt:lpstr> Obiective Tehnice </vt:lpstr>
      <vt:lpstr>Arhitectura Software </vt:lpstr>
      <vt:lpstr>Implementare MOCK </vt:lpstr>
      <vt:lpstr>Implementare TARGET </vt:lpstr>
      <vt:lpstr>Provocari Tehnice </vt:lpstr>
      <vt:lpstr>Reflectie si Analiza </vt:lpstr>
      <vt:lpstr>Concluzii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George Stanca</dc:creator>
  <cp:lastModifiedBy>George Stanca</cp:lastModifiedBy>
  <cp:revision>11</cp:revision>
  <dcterms:created xsi:type="dcterms:W3CDTF">2026-01-27T09:19:51Z</dcterms:created>
  <dcterms:modified xsi:type="dcterms:W3CDTF">2026-01-27T10:16:39Z</dcterms:modified>
</cp:coreProperties>
</file>